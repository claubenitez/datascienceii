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7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7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BE8375-4D12-4553-B828-38F5F903820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340C4E98-59D3-41DB-81D7-4D91582F8997}">
      <dgm:prSet/>
      <dgm:spPr/>
      <dgm:t>
        <a:bodyPr/>
        <a:lstStyle/>
        <a:p>
          <a:r>
            <a:rPr lang="en-US"/>
            <a:t>Motivación: comprender qué variables químicas influyen en la calidad del vino.</a:t>
          </a:r>
        </a:p>
      </dgm:t>
    </dgm:pt>
    <dgm:pt modelId="{20187F59-3D0F-4DCD-A711-3232CEA91C9E}" type="parTrans" cxnId="{0D3896AB-1380-45D0-81C2-0B79F096C1EF}">
      <dgm:prSet/>
      <dgm:spPr/>
      <dgm:t>
        <a:bodyPr/>
        <a:lstStyle/>
        <a:p>
          <a:endParaRPr lang="en-US"/>
        </a:p>
      </dgm:t>
    </dgm:pt>
    <dgm:pt modelId="{61969028-A371-4564-BFB0-F80DE3D6BAFF}" type="sibTrans" cxnId="{0D3896AB-1380-45D0-81C2-0B79F096C1EF}">
      <dgm:prSet/>
      <dgm:spPr/>
      <dgm:t>
        <a:bodyPr/>
        <a:lstStyle/>
        <a:p>
          <a:endParaRPr lang="en-US"/>
        </a:p>
      </dgm:t>
    </dgm:pt>
    <dgm:pt modelId="{BC675178-DF88-4387-95DC-EB7E6C316702}">
      <dgm:prSet/>
      <dgm:spPr/>
      <dgm:t>
        <a:bodyPr/>
        <a:lstStyle/>
        <a:p>
          <a:r>
            <a:rPr lang="en-US"/>
            <a:t>Audiencia: enólogos, analistas de calidad, equipos de producción y decisores del sector alimenticio.</a:t>
          </a:r>
        </a:p>
      </dgm:t>
    </dgm:pt>
    <dgm:pt modelId="{4B372391-6CD8-4214-96E5-1A7CA59672C3}" type="parTrans" cxnId="{A30E003F-6E76-43BC-B14B-A9E3B0935E78}">
      <dgm:prSet/>
      <dgm:spPr/>
      <dgm:t>
        <a:bodyPr/>
        <a:lstStyle/>
        <a:p>
          <a:endParaRPr lang="en-US"/>
        </a:p>
      </dgm:t>
    </dgm:pt>
    <dgm:pt modelId="{CCBD7F58-68B6-4787-B5AC-69BCB21750FC}" type="sibTrans" cxnId="{A30E003F-6E76-43BC-B14B-A9E3B0935E78}">
      <dgm:prSet/>
      <dgm:spPr/>
      <dgm:t>
        <a:bodyPr/>
        <a:lstStyle/>
        <a:p>
          <a:endParaRPr lang="en-US"/>
        </a:p>
      </dgm:t>
    </dgm:pt>
    <dgm:pt modelId="{89C8393E-6DB5-496B-AA0F-C4B62F844B61}" type="pres">
      <dgm:prSet presAssocID="{89BE8375-4D12-4553-B828-38F5F9038207}" presName="root" presStyleCnt="0">
        <dgm:presLayoutVars>
          <dgm:dir/>
          <dgm:resizeHandles val="exact"/>
        </dgm:presLayoutVars>
      </dgm:prSet>
      <dgm:spPr/>
    </dgm:pt>
    <dgm:pt modelId="{E25EECFC-146D-41A4-9475-B0605F87BC4A}" type="pres">
      <dgm:prSet presAssocID="{340C4E98-59D3-41DB-81D7-4D91582F8997}" presName="compNode" presStyleCnt="0"/>
      <dgm:spPr/>
    </dgm:pt>
    <dgm:pt modelId="{6890EC99-1E1C-4052-AEB4-1BB4010F813F}" type="pres">
      <dgm:prSet presAssocID="{340C4E98-59D3-41DB-81D7-4D91582F8997}" presName="bgRect" presStyleLbl="bgShp" presStyleIdx="0" presStyleCnt="2"/>
      <dgm:spPr/>
    </dgm:pt>
    <dgm:pt modelId="{F83FE13E-6756-4F09-849E-38894D5065D5}" type="pres">
      <dgm:prSet presAssocID="{340C4E98-59D3-41DB-81D7-4D91582F899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no"/>
        </a:ext>
      </dgm:extLst>
    </dgm:pt>
    <dgm:pt modelId="{DBBE3D81-C9E4-4111-915E-36CA582DD0A6}" type="pres">
      <dgm:prSet presAssocID="{340C4E98-59D3-41DB-81D7-4D91582F8997}" presName="spaceRect" presStyleCnt="0"/>
      <dgm:spPr/>
    </dgm:pt>
    <dgm:pt modelId="{DA462268-BBC9-4F26-BACE-ABB5EE48569E}" type="pres">
      <dgm:prSet presAssocID="{340C4E98-59D3-41DB-81D7-4D91582F8997}" presName="parTx" presStyleLbl="revTx" presStyleIdx="0" presStyleCnt="2">
        <dgm:presLayoutVars>
          <dgm:chMax val="0"/>
          <dgm:chPref val="0"/>
        </dgm:presLayoutVars>
      </dgm:prSet>
      <dgm:spPr/>
    </dgm:pt>
    <dgm:pt modelId="{AC53BAF3-DEDA-4D40-B444-B657ABE9F785}" type="pres">
      <dgm:prSet presAssocID="{61969028-A371-4564-BFB0-F80DE3D6BAFF}" presName="sibTrans" presStyleCnt="0"/>
      <dgm:spPr/>
    </dgm:pt>
    <dgm:pt modelId="{A1F3BF7D-30AA-45DB-90EE-9CDB8F3E900C}" type="pres">
      <dgm:prSet presAssocID="{BC675178-DF88-4387-95DC-EB7E6C316702}" presName="compNode" presStyleCnt="0"/>
      <dgm:spPr/>
    </dgm:pt>
    <dgm:pt modelId="{33BC742D-3A24-4344-B35C-FD6FBDC44974}" type="pres">
      <dgm:prSet presAssocID="{BC675178-DF88-4387-95DC-EB7E6C316702}" presName="bgRect" presStyleLbl="bgShp" presStyleIdx="1" presStyleCnt="2"/>
      <dgm:spPr/>
    </dgm:pt>
    <dgm:pt modelId="{B2770EFF-6A88-4A4F-B343-4316993F7EB9}" type="pres">
      <dgm:prSet presAssocID="{BC675178-DF88-4387-95DC-EB7E6C31670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s"/>
        </a:ext>
      </dgm:extLst>
    </dgm:pt>
    <dgm:pt modelId="{86A09367-70A8-4186-9AE1-7A262BF5EC7A}" type="pres">
      <dgm:prSet presAssocID="{BC675178-DF88-4387-95DC-EB7E6C316702}" presName="spaceRect" presStyleCnt="0"/>
      <dgm:spPr/>
    </dgm:pt>
    <dgm:pt modelId="{A98172B4-C314-408A-B344-CD9ABBB82250}" type="pres">
      <dgm:prSet presAssocID="{BC675178-DF88-4387-95DC-EB7E6C316702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A30E003F-6E76-43BC-B14B-A9E3B0935E78}" srcId="{89BE8375-4D12-4553-B828-38F5F9038207}" destId="{BC675178-DF88-4387-95DC-EB7E6C316702}" srcOrd="1" destOrd="0" parTransId="{4B372391-6CD8-4214-96E5-1A7CA59672C3}" sibTransId="{CCBD7F58-68B6-4787-B5AC-69BCB21750FC}"/>
    <dgm:cxn modelId="{44D2FB5C-2C04-496E-9D12-C019E5AE289A}" type="presOf" srcId="{89BE8375-4D12-4553-B828-38F5F9038207}" destId="{89C8393E-6DB5-496B-AA0F-C4B62F844B61}" srcOrd="0" destOrd="0" presId="urn:microsoft.com/office/officeart/2018/2/layout/IconVerticalSolidList"/>
    <dgm:cxn modelId="{CC203B91-13B4-42DF-B6B3-6FF4E4FD6827}" type="presOf" srcId="{BC675178-DF88-4387-95DC-EB7E6C316702}" destId="{A98172B4-C314-408A-B344-CD9ABBB82250}" srcOrd="0" destOrd="0" presId="urn:microsoft.com/office/officeart/2018/2/layout/IconVerticalSolidList"/>
    <dgm:cxn modelId="{0D3896AB-1380-45D0-81C2-0B79F096C1EF}" srcId="{89BE8375-4D12-4553-B828-38F5F9038207}" destId="{340C4E98-59D3-41DB-81D7-4D91582F8997}" srcOrd="0" destOrd="0" parTransId="{20187F59-3D0F-4DCD-A711-3232CEA91C9E}" sibTransId="{61969028-A371-4564-BFB0-F80DE3D6BAFF}"/>
    <dgm:cxn modelId="{1AA24DDF-19FB-434C-A76F-977F45C41957}" type="presOf" srcId="{340C4E98-59D3-41DB-81D7-4D91582F8997}" destId="{DA462268-BBC9-4F26-BACE-ABB5EE48569E}" srcOrd="0" destOrd="0" presId="urn:microsoft.com/office/officeart/2018/2/layout/IconVerticalSolidList"/>
    <dgm:cxn modelId="{EFEF5BDF-D8D8-4C2F-8FFD-467F02539CF5}" type="presParOf" srcId="{89C8393E-6DB5-496B-AA0F-C4B62F844B61}" destId="{E25EECFC-146D-41A4-9475-B0605F87BC4A}" srcOrd="0" destOrd="0" presId="urn:microsoft.com/office/officeart/2018/2/layout/IconVerticalSolidList"/>
    <dgm:cxn modelId="{7E0B66B9-69AF-4B73-B112-4EBD9BAC7550}" type="presParOf" srcId="{E25EECFC-146D-41A4-9475-B0605F87BC4A}" destId="{6890EC99-1E1C-4052-AEB4-1BB4010F813F}" srcOrd="0" destOrd="0" presId="urn:microsoft.com/office/officeart/2018/2/layout/IconVerticalSolidList"/>
    <dgm:cxn modelId="{11C93F08-A6E3-48F9-9CDA-DE0594794866}" type="presParOf" srcId="{E25EECFC-146D-41A4-9475-B0605F87BC4A}" destId="{F83FE13E-6756-4F09-849E-38894D5065D5}" srcOrd="1" destOrd="0" presId="urn:microsoft.com/office/officeart/2018/2/layout/IconVerticalSolidList"/>
    <dgm:cxn modelId="{1B9232FD-44F0-4132-8072-F714AE81F1B6}" type="presParOf" srcId="{E25EECFC-146D-41A4-9475-B0605F87BC4A}" destId="{DBBE3D81-C9E4-4111-915E-36CA582DD0A6}" srcOrd="2" destOrd="0" presId="urn:microsoft.com/office/officeart/2018/2/layout/IconVerticalSolidList"/>
    <dgm:cxn modelId="{6BA2E2CF-4A9B-4CF6-99C0-028AB5F70089}" type="presParOf" srcId="{E25EECFC-146D-41A4-9475-B0605F87BC4A}" destId="{DA462268-BBC9-4F26-BACE-ABB5EE48569E}" srcOrd="3" destOrd="0" presId="urn:microsoft.com/office/officeart/2018/2/layout/IconVerticalSolidList"/>
    <dgm:cxn modelId="{8A50BBA9-223D-4A44-B6D4-30988D40247A}" type="presParOf" srcId="{89C8393E-6DB5-496B-AA0F-C4B62F844B61}" destId="{AC53BAF3-DEDA-4D40-B444-B657ABE9F785}" srcOrd="1" destOrd="0" presId="urn:microsoft.com/office/officeart/2018/2/layout/IconVerticalSolidList"/>
    <dgm:cxn modelId="{6AB2D544-D720-4624-B0E2-CE8B082498E1}" type="presParOf" srcId="{89C8393E-6DB5-496B-AA0F-C4B62F844B61}" destId="{A1F3BF7D-30AA-45DB-90EE-9CDB8F3E900C}" srcOrd="2" destOrd="0" presId="urn:microsoft.com/office/officeart/2018/2/layout/IconVerticalSolidList"/>
    <dgm:cxn modelId="{5032DED8-3283-4BD1-B1AA-BDD9C13FE20A}" type="presParOf" srcId="{A1F3BF7D-30AA-45DB-90EE-9CDB8F3E900C}" destId="{33BC742D-3A24-4344-B35C-FD6FBDC44974}" srcOrd="0" destOrd="0" presId="urn:microsoft.com/office/officeart/2018/2/layout/IconVerticalSolidList"/>
    <dgm:cxn modelId="{5A1F47B4-FD69-4F9E-8862-7FC4F6957A77}" type="presParOf" srcId="{A1F3BF7D-30AA-45DB-90EE-9CDB8F3E900C}" destId="{B2770EFF-6A88-4A4F-B343-4316993F7EB9}" srcOrd="1" destOrd="0" presId="urn:microsoft.com/office/officeart/2018/2/layout/IconVerticalSolidList"/>
    <dgm:cxn modelId="{F87798C8-4DDF-4C54-BF2C-9B425408D92F}" type="presParOf" srcId="{A1F3BF7D-30AA-45DB-90EE-9CDB8F3E900C}" destId="{86A09367-70A8-4186-9AE1-7A262BF5EC7A}" srcOrd="2" destOrd="0" presId="urn:microsoft.com/office/officeart/2018/2/layout/IconVerticalSolidList"/>
    <dgm:cxn modelId="{7D6EF8D7-ED5D-425C-A2B4-D1730284AB58}" type="presParOf" srcId="{A1F3BF7D-30AA-45DB-90EE-9CDB8F3E900C}" destId="{A98172B4-C314-408A-B344-CD9ABBB8225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D81C577-9EEC-4A76-AE43-0A3C52BB66F5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4E920EB-0BCC-4D68-9CA3-4CDAFD064CA6}">
      <dgm:prSet/>
      <dgm:spPr/>
      <dgm:t>
        <a:bodyPr/>
        <a:lstStyle/>
        <a:p>
          <a:r>
            <a:rPr lang="en-US"/>
            <a:t>Cantidad de registros: 6497 (vino blanco) + 1599 (vino tinto)</a:t>
          </a:r>
        </a:p>
      </dgm:t>
    </dgm:pt>
    <dgm:pt modelId="{699DF9C9-E9CF-4B19-AA4C-78192A26056A}" type="parTrans" cxnId="{D95003A0-1FBE-45A9-9FFF-8ADB8BFFCFCF}">
      <dgm:prSet/>
      <dgm:spPr/>
      <dgm:t>
        <a:bodyPr/>
        <a:lstStyle/>
        <a:p>
          <a:endParaRPr lang="en-US"/>
        </a:p>
      </dgm:t>
    </dgm:pt>
    <dgm:pt modelId="{1BF7E97C-6C16-4C08-894D-9DBF48FF086E}" type="sibTrans" cxnId="{D95003A0-1FBE-45A9-9FFF-8ADB8BFFCFCF}">
      <dgm:prSet/>
      <dgm:spPr/>
      <dgm:t>
        <a:bodyPr/>
        <a:lstStyle/>
        <a:p>
          <a:endParaRPr lang="en-US"/>
        </a:p>
      </dgm:t>
    </dgm:pt>
    <dgm:pt modelId="{B23E896B-ECE7-4735-8EBC-E18A757F3DF8}">
      <dgm:prSet/>
      <dgm:spPr/>
      <dgm:t>
        <a:bodyPr/>
        <a:lstStyle/>
        <a:p>
          <a:r>
            <a:rPr lang="en-US"/>
            <a:t>Cantidad de variables: 12</a:t>
          </a:r>
        </a:p>
      </dgm:t>
    </dgm:pt>
    <dgm:pt modelId="{24796239-66C9-4DD1-9104-78D0298C3C9C}" type="parTrans" cxnId="{AB23DA5E-0FB9-4F80-900B-C42114688A5F}">
      <dgm:prSet/>
      <dgm:spPr/>
      <dgm:t>
        <a:bodyPr/>
        <a:lstStyle/>
        <a:p>
          <a:endParaRPr lang="en-US"/>
        </a:p>
      </dgm:t>
    </dgm:pt>
    <dgm:pt modelId="{495F3E25-DED1-4B3E-93B8-1465F9D23244}" type="sibTrans" cxnId="{AB23DA5E-0FB9-4F80-900B-C42114688A5F}">
      <dgm:prSet/>
      <dgm:spPr/>
      <dgm:t>
        <a:bodyPr/>
        <a:lstStyle/>
        <a:p>
          <a:endParaRPr lang="en-US"/>
        </a:p>
      </dgm:t>
    </dgm:pt>
    <dgm:pt modelId="{CF74BE41-CFDE-4789-9186-74E689659132}">
      <dgm:prSet/>
      <dgm:spPr/>
      <dgm:t>
        <a:bodyPr/>
        <a:lstStyle/>
        <a:p>
          <a:r>
            <a:rPr lang="en-US"/>
            <a:t>Tipo de variables: mayormente numéricas + 1 categórica (tipo de vino)</a:t>
          </a:r>
        </a:p>
      </dgm:t>
    </dgm:pt>
    <dgm:pt modelId="{4FBE0EC8-77D0-424F-B636-D5951D3E3FDE}" type="parTrans" cxnId="{0BA297D5-2E62-4325-9E3F-FDEF2D2675B2}">
      <dgm:prSet/>
      <dgm:spPr/>
      <dgm:t>
        <a:bodyPr/>
        <a:lstStyle/>
        <a:p>
          <a:endParaRPr lang="en-US"/>
        </a:p>
      </dgm:t>
    </dgm:pt>
    <dgm:pt modelId="{4E5E38AC-AC49-4ED9-B98F-4E05D7D844C0}" type="sibTrans" cxnId="{0BA297D5-2E62-4325-9E3F-FDEF2D2675B2}">
      <dgm:prSet/>
      <dgm:spPr/>
      <dgm:t>
        <a:bodyPr/>
        <a:lstStyle/>
        <a:p>
          <a:endParaRPr lang="en-US"/>
        </a:p>
      </dgm:t>
    </dgm:pt>
    <dgm:pt modelId="{4884D7D1-F565-4D4D-8F3A-3626D0E897B4}">
      <dgm:prSet/>
      <dgm:spPr/>
      <dgm:t>
        <a:bodyPr/>
        <a:lstStyle/>
        <a:p>
          <a:r>
            <a:rPr lang="en-US"/>
            <a:t>Variable objetivo: quality</a:t>
          </a:r>
        </a:p>
      </dgm:t>
    </dgm:pt>
    <dgm:pt modelId="{CFC29080-E599-4DB9-9738-2BBA0F3F2B67}" type="parTrans" cxnId="{71613841-454E-481C-B997-8A19E0455451}">
      <dgm:prSet/>
      <dgm:spPr/>
      <dgm:t>
        <a:bodyPr/>
        <a:lstStyle/>
        <a:p>
          <a:endParaRPr lang="en-US"/>
        </a:p>
      </dgm:t>
    </dgm:pt>
    <dgm:pt modelId="{DE6102A8-2EEE-4BAF-AC89-2CC4E4058F01}" type="sibTrans" cxnId="{71613841-454E-481C-B997-8A19E0455451}">
      <dgm:prSet/>
      <dgm:spPr/>
      <dgm:t>
        <a:bodyPr/>
        <a:lstStyle/>
        <a:p>
          <a:endParaRPr lang="en-US"/>
        </a:p>
      </dgm:t>
    </dgm:pt>
    <dgm:pt modelId="{4D4120B3-7A7C-4FAC-AB99-F1BCC32296E0}" type="pres">
      <dgm:prSet presAssocID="{1D81C577-9EEC-4A76-AE43-0A3C52BB66F5}" presName="diagram" presStyleCnt="0">
        <dgm:presLayoutVars>
          <dgm:dir/>
          <dgm:resizeHandles val="exact"/>
        </dgm:presLayoutVars>
      </dgm:prSet>
      <dgm:spPr/>
    </dgm:pt>
    <dgm:pt modelId="{BB271E26-C5EE-4077-AB44-1793E0784BBA}" type="pres">
      <dgm:prSet presAssocID="{74E920EB-0BCC-4D68-9CA3-4CDAFD064CA6}" presName="node" presStyleLbl="node1" presStyleIdx="0" presStyleCnt="4">
        <dgm:presLayoutVars>
          <dgm:bulletEnabled val="1"/>
        </dgm:presLayoutVars>
      </dgm:prSet>
      <dgm:spPr/>
    </dgm:pt>
    <dgm:pt modelId="{FA90CF40-E6EE-4392-9431-421D82541D69}" type="pres">
      <dgm:prSet presAssocID="{1BF7E97C-6C16-4C08-894D-9DBF48FF086E}" presName="sibTrans" presStyleCnt="0"/>
      <dgm:spPr/>
    </dgm:pt>
    <dgm:pt modelId="{E7C81E5D-DD16-429F-9B59-4E0D38CBC03A}" type="pres">
      <dgm:prSet presAssocID="{B23E896B-ECE7-4735-8EBC-E18A757F3DF8}" presName="node" presStyleLbl="node1" presStyleIdx="1" presStyleCnt="4">
        <dgm:presLayoutVars>
          <dgm:bulletEnabled val="1"/>
        </dgm:presLayoutVars>
      </dgm:prSet>
      <dgm:spPr/>
    </dgm:pt>
    <dgm:pt modelId="{CF88F8D7-E401-4983-B576-8BF0603BFA07}" type="pres">
      <dgm:prSet presAssocID="{495F3E25-DED1-4B3E-93B8-1465F9D23244}" presName="sibTrans" presStyleCnt="0"/>
      <dgm:spPr/>
    </dgm:pt>
    <dgm:pt modelId="{E63D34E4-BB49-428A-A5E1-CE1E65F73F3E}" type="pres">
      <dgm:prSet presAssocID="{CF74BE41-CFDE-4789-9186-74E689659132}" presName="node" presStyleLbl="node1" presStyleIdx="2" presStyleCnt="4">
        <dgm:presLayoutVars>
          <dgm:bulletEnabled val="1"/>
        </dgm:presLayoutVars>
      </dgm:prSet>
      <dgm:spPr/>
    </dgm:pt>
    <dgm:pt modelId="{9AC3AFD5-E87D-4C26-BFB9-5812C0F89AC8}" type="pres">
      <dgm:prSet presAssocID="{4E5E38AC-AC49-4ED9-B98F-4E05D7D844C0}" presName="sibTrans" presStyleCnt="0"/>
      <dgm:spPr/>
    </dgm:pt>
    <dgm:pt modelId="{467432C2-A5D6-4C43-A6FB-C25F1E2816BC}" type="pres">
      <dgm:prSet presAssocID="{4884D7D1-F565-4D4D-8F3A-3626D0E897B4}" presName="node" presStyleLbl="node1" presStyleIdx="3" presStyleCnt="4">
        <dgm:presLayoutVars>
          <dgm:bulletEnabled val="1"/>
        </dgm:presLayoutVars>
      </dgm:prSet>
      <dgm:spPr/>
    </dgm:pt>
  </dgm:ptLst>
  <dgm:cxnLst>
    <dgm:cxn modelId="{194EE928-05A9-4FF0-9910-274425F3BE50}" type="presOf" srcId="{4884D7D1-F565-4D4D-8F3A-3626D0E897B4}" destId="{467432C2-A5D6-4C43-A6FB-C25F1E2816BC}" srcOrd="0" destOrd="0" presId="urn:microsoft.com/office/officeart/2005/8/layout/default"/>
    <dgm:cxn modelId="{AB23DA5E-0FB9-4F80-900B-C42114688A5F}" srcId="{1D81C577-9EEC-4A76-AE43-0A3C52BB66F5}" destId="{B23E896B-ECE7-4735-8EBC-E18A757F3DF8}" srcOrd="1" destOrd="0" parTransId="{24796239-66C9-4DD1-9104-78D0298C3C9C}" sibTransId="{495F3E25-DED1-4B3E-93B8-1465F9D23244}"/>
    <dgm:cxn modelId="{71613841-454E-481C-B997-8A19E0455451}" srcId="{1D81C577-9EEC-4A76-AE43-0A3C52BB66F5}" destId="{4884D7D1-F565-4D4D-8F3A-3626D0E897B4}" srcOrd="3" destOrd="0" parTransId="{CFC29080-E599-4DB9-9738-2BBA0F3F2B67}" sibTransId="{DE6102A8-2EEE-4BAF-AC89-2CC4E4058F01}"/>
    <dgm:cxn modelId="{E6A1916C-80DB-4612-86C9-CEAF90DCA83D}" type="presOf" srcId="{B23E896B-ECE7-4735-8EBC-E18A757F3DF8}" destId="{E7C81E5D-DD16-429F-9B59-4E0D38CBC03A}" srcOrd="0" destOrd="0" presId="urn:microsoft.com/office/officeart/2005/8/layout/default"/>
    <dgm:cxn modelId="{C23FB54E-07EA-4FB6-8D0D-06396FB1ED98}" type="presOf" srcId="{74E920EB-0BCC-4D68-9CA3-4CDAFD064CA6}" destId="{BB271E26-C5EE-4077-AB44-1793E0784BBA}" srcOrd="0" destOrd="0" presId="urn:microsoft.com/office/officeart/2005/8/layout/default"/>
    <dgm:cxn modelId="{D95003A0-1FBE-45A9-9FFF-8ADB8BFFCFCF}" srcId="{1D81C577-9EEC-4A76-AE43-0A3C52BB66F5}" destId="{74E920EB-0BCC-4D68-9CA3-4CDAFD064CA6}" srcOrd="0" destOrd="0" parTransId="{699DF9C9-E9CF-4B19-AA4C-78192A26056A}" sibTransId="{1BF7E97C-6C16-4C08-894D-9DBF48FF086E}"/>
    <dgm:cxn modelId="{0BA297D5-2E62-4325-9E3F-FDEF2D2675B2}" srcId="{1D81C577-9EEC-4A76-AE43-0A3C52BB66F5}" destId="{CF74BE41-CFDE-4789-9186-74E689659132}" srcOrd="2" destOrd="0" parTransId="{4FBE0EC8-77D0-424F-B636-D5951D3E3FDE}" sibTransId="{4E5E38AC-AC49-4ED9-B98F-4E05D7D844C0}"/>
    <dgm:cxn modelId="{E4B532E5-6B86-43DD-A55A-678FD4EE296C}" type="presOf" srcId="{CF74BE41-CFDE-4789-9186-74E689659132}" destId="{E63D34E4-BB49-428A-A5E1-CE1E65F73F3E}" srcOrd="0" destOrd="0" presId="urn:microsoft.com/office/officeart/2005/8/layout/default"/>
    <dgm:cxn modelId="{6C500FEF-6AFC-4028-B5D1-57F6084804A0}" type="presOf" srcId="{1D81C577-9EEC-4A76-AE43-0A3C52BB66F5}" destId="{4D4120B3-7A7C-4FAC-AB99-F1BCC32296E0}" srcOrd="0" destOrd="0" presId="urn:microsoft.com/office/officeart/2005/8/layout/default"/>
    <dgm:cxn modelId="{8E4DC25C-07B0-4B1D-88EA-7AF996FC2F64}" type="presParOf" srcId="{4D4120B3-7A7C-4FAC-AB99-F1BCC32296E0}" destId="{BB271E26-C5EE-4077-AB44-1793E0784BBA}" srcOrd="0" destOrd="0" presId="urn:microsoft.com/office/officeart/2005/8/layout/default"/>
    <dgm:cxn modelId="{74454677-61C5-488A-ABF3-03CD568EA820}" type="presParOf" srcId="{4D4120B3-7A7C-4FAC-AB99-F1BCC32296E0}" destId="{FA90CF40-E6EE-4392-9431-421D82541D69}" srcOrd="1" destOrd="0" presId="urn:microsoft.com/office/officeart/2005/8/layout/default"/>
    <dgm:cxn modelId="{6FEE7D0A-A511-4C85-AD1F-94410B0B5103}" type="presParOf" srcId="{4D4120B3-7A7C-4FAC-AB99-F1BCC32296E0}" destId="{E7C81E5D-DD16-429F-9B59-4E0D38CBC03A}" srcOrd="2" destOrd="0" presId="urn:microsoft.com/office/officeart/2005/8/layout/default"/>
    <dgm:cxn modelId="{521892A6-4BE3-4584-8937-1C727BABF049}" type="presParOf" srcId="{4D4120B3-7A7C-4FAC-AB99-F1BCC32296E0}" destId="{CF88F8D7-E401-4983-B576-8BF0603BFA07}" srcOrd="3" destOrd="0" presId="urn:microsoft.com/office/officeart/2005/8/layout/default"/>
    <dgm:cxn modelId="{805122CB-97B3-4FBC-92B7-A406C29A334C}" type="presParOf" srcId="{4D4120B3-7A7C-4FAC-AB99-F1BCC32296E0}" destId="{E63D34E4-BB49-428A-A5E1-CE1E65F73F3E}" srcOrd="4" destOrd="0" presId="urn:microsoft.com/office/officeart/2005/8/layout/default"/>
    <dgm:cxn modelId="{F8C9FE1A-F104-4162-8710-E4A4181BB7FD}" type="presParOf" srcId="{4D4120B3-7A7C-4FAC-AB99-F1BCC32296E0}" destId="{9AC3AFD5-E87D-4C26-BFB9-5812C0F89AC8}" srcOrd="5" destOrd="0" presId="urn:microsoft.com/office/officeart/2005/8/layout/default"/>
    <dgm:cxn modelId="{BE925DD7-44FE-445A-AA76-5C1AB1DBDFC5}" type="presParOf" srcId="{4D4120B3-7A7C-4FAC-AB99-F1BCC32296E0}" destId="{467432C2-A5D6-4C43-A6FB-C25F1E2816BC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4A295E2-9F77-4D36-A479-212B51D67C0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48E1305-84E4-44E1-86E5-75F267489AA7}">
      <dgm:prSet/>
      <dgm:spPr/>
      <dgm:t>
        <a:bodyPr/>
        <a:lstStyle/>
        <a:p>
          <a:r>
            <a:rPr lang="en-US"/>
            <a:t>1. ¿Qué diferencias existen entre vinos tintos y blancos?</a:t>
          </a:r>
        </a:p>
      </dgm:t>
    </dgm:pt>
    <dgm:pt modelId="{0F5457C0-6440-4907-9C3A-99B0394CD53F}" type="parTrans" cxnId="{6DBD27DB-2ADA-47F1-97A7-D330D55F5C10}">
      <dgm:prSet/>
      <dgm:spPr/>
      <dgm:t>
        <a:bodyPr/>
        <a:lstStyle/>
        <a:p>
          <a:endParaRPr lang="en-US"/>
        </a:p>
      </dgm:t>
    </dgm:pt>
    <dgm:pt modelId="{AC425215-E33D-4ED0-85BB-52443A8D84A2}" type="sibTrans" cxnId="{6DBD27DB-2ADA-47F1-97A7-D330D55F5C10}">
      <dgm:prSet/>
      <dgm:spPr/>
      <dgm:t>
        <a:bodyPr/>
        <a:lstStyle/>
        <a:p>
          <a:endParaRPr lang="en-US"/>
        </a:p>
      </dgm:t>
    </dgm:pt>
    <dgm:pt modelId="{AE02B15E-3693-422C-98BE-2D7543CB30F2}">
      <dgm:prSet/>
      <dgm:spPr/>
      <dgm:t>
        <a:bodyPr/>
        <a:lstStyle/>
        <a:p>
          <a:r>
            <a:rPr lang="en-US"/>
            <a:t>2. ¿Qué variables influyen más en la calidad?</a:t>
          </a:r>
        </a:p>
      </dgm:t>
    </dgm:pt>
    <dgm:pt modelId="{A2B06258-1C30-4EE6-883D-9A22747A7284}" type="parTrans" cxnId="{7244CF36-05B4-4A4A-A727-BE4C5679A80A}">
      <dgm:prSet/>
      <dgm:spPr/>
      <dgm:t>
        <a:bodyPr/>
        <a:lstStyle/>
        <a:p>
          <a:endParaRPr lang="en-US"/>
        </a:p>
      </dgm:t>
    </dgm:pt>
    <dgm:pt modelId="{6C0594BF-1C22-46D8-ACF8-B888D901BDC2}" type="sibTrans" cxnId="{7244CF36-05B4-4A4A-A727-BE4C5679A80A}">
      <dgm:prSet/>
      <dgm:spPr/>
      <dgm:t>
        <a:bodyPr/>
        <a:lstStyle/>
        <a:p>
          <a:endParaRPr lang="en-US"/>
        </a:p>
      </dgm:t>
    </dgm:pt>
    <dgm:pt modelId="{B064E54E-AA59-404A-B6B4-A318CC5A9573}">
      <dgm:prSet/>
      <dgm:spPr/>
      <dgm:t>
        <a:bodyPr/>
        <a:lstStyle/>
        <a:p>
          <a:r>
            <a:rPr lang="en-US"/>
            <a:t>3. ¿Alcohol, acidez y azúcar impactan en la calidad?</a:t>
          </a:r>
        </a:p>
      </dgm:t>
    </dgm:pt>
    <dgm:pt modelId="{299E4637-4FA6-4F21-815E-A3476A601917}" type="parTrans" cxnId="{D2A85F37-D78D-4C12-99D9-3DF1A823BF97}">
      <dgm:prSet/>
      <dgm:spPr/>
      <dgm:t>
        <a:bodyPr/>
        <a:lstStyle/>
        <a:p>
          <a:endParaRPr lang="en-US"/>
        </a:p>
      </dgm:t>
    </dgm:pt>
    <dgm:pt modelId="{88C7E66E-8490-4CE9-AA82-C7E6312DEEE2}" type="sibTrans" cxnId="{D2A85F37-D78D-4C12-99D9-3DF1A823BF97}">
      <dgm:prSet/>
      <dgm:spPr/>
      <dgm:t>
        <a:bodyPr/>
        <a:lstStyle/>
        <a:p>
          <a:endParaRPr lang="en-US"/>
        </a:p>
      </dgm:t>
    </dgm:pt>
    <dgm:pt modelId="{ED4DDB6A-E235-496C-8FF1-F5E54556796D}">
      <dgm:prSet/>
      <dgm:spPr/>
      <dgm:t>
        <a:bodyPr/>
        <a:lstStyle/>
        <a:p>
          <a:r>
            <a:rPr lang="en-US"/>
            <a:t>4. ¿Se puede predecir la calidad con ML?</a:t>
          </a:r>
        </a:p>
      </dgm:t>
    </dgm:pt>
    <dgm:pt modelId="{BFD420F0-BF75-4BCF-A4B9-2C426FD5DC88}" type="parTrans" cxnId="{85209712-C28B-44E7-AC64-2BCB4905A569}">
      <dgm:prSet/>
      <dgm:spPr/>
      <dgm:t>
        <a:bodyPr/>
        <a:lstStyle/>
        <a:p>
          <a:endParaRPr lang="en-US"/>
        </a:p>
      </dgm:t>
    </dgm:pt>
    <dgm:pt modelId="{CE5BB404-7A02-40FF-B472-C64D7DACCD5E}" type="sibTrans" cxnId="{85209712-C28B-44E7-AC64-2BCB4905A569}">
      <dgm:prSet/>
      <dgm:spPr/>
      <dgm:t>
        <a:bodyPr/>
        <a:lstStyle/>
        <a:p>
          <a:endParaRPr lang="en-US"/>
        </a:p>
      </dgm:t>
    </dgm:pt>
    <dgm:pt modelId="{D9E189F7-660D-4DDB-91B9-A1C129314C3F}" type="pres">
      <dgm:prSet presAssocID="{F4A295E2-9F77-4D36-A479-212B51D67C0A}" presName="linear" presStyleCnt="0">
        <dgm:presLayoutVars>
          <dgm:animLvl val="lvl"/>
          <dgm:resizeHandles val="exact"/>
        </dgm:presLayoutVars>
      </dgm:prSet>
      <dgm:spPr/>
    </dgm:pt>
    <dgm:pt modelId="{2A49A169-4C65-4A9C-B711-89782B4AC11F}" type="pres">
      <dgm:prSet presAssocID="{748E1305-84E4-44E1-86E5-75F267489AA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613CDF0-BCB9-41E4-8BB2-FE5FECA3248A}" type="pres">
      <dgm:prSet presAssocID="{AC425215-E33D-4ED0-85BB-52443A8D84A2}" presName="spacer" presStyleCnt="0"/>
      <dgm:spPr/>
    </dgm:pt>
    <dgm:pt modelId="{4FC66149-C6E8-44F1-92BB-DAD8D3A1958F}" type="pres">
      <dgm:prSet presAssocID="{AE02B15E-3693-422C-98BE-2D7543CB30F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DAB98D2-1CB1-4228-B7DB-96B2B6647A8C}" type="pres">
      <dgm:prSet presAssocID="{6C0594BF-1C22-46D8-ACF8-B888D901BDC2}" presName="spacer" presStyleCnt="0"/>
      <dgm:spPr/>
    </dgm:pt>
    <dgm:pt modelId="{ACFF0D9B-D0B9-4EB2-92C4-A444AC97179A}" type="pres">
      <dgm:prSet presAssocID="{B064E54E-AA59-404A-B6B4-A318CC5A957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3681889-5A17-49AB-96F1-6451BEE8BFEA}" type="pres">
      <dgm:prSet presAssocID="{88C7E66E-8490-4CE9-AA82-C7E6312DEEE2}" presName="spacer" presStyleCnt="0"/>
      <dgm:spPr/>
    </dgm:pt>
    <dgm:pt modelId="{C429E1D6-71AC-4483-9E57-8E54951E1B07}" type="pres">
      <dgm:prSet presAssocID="{ED4DDB6A-E235-496C-8FF1-F5E54556796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CF20F08-99A5-4F48-B9C5-A711C3D6F68B}" type="presOf" srcId="{B064E54E-AA59-404A-B6B4-A318CC5A9573}" destId="{ACFF0D9B-D0B9-4EB2-92C4-A444AC97179A}" srcOrd="0" destOrd="0" presId="urn:microsoft.com/office/officeart/2005/8/layout/vList2"/>
    <dgm:cxn modelId="{85209712-C28B-44E7-AC64-2BCB4905A569}" srcId="{F4A295E2-9F77-4D36-A479-212B51D67C0A}" destId="{ED4DDB6A-E235-496C-8FF1-F5E54556796D}" srcOrd="3" destOrd="0" parTransId="{BFD420F0-BF75-4BCF-A4B9-2C426FD5DC88}" sibTransId="{CE5BB404-7A02-40FF-B472-C64D7DACCD5E}"/>
    <dgm:cxn modelId="{E4C72918-30C9-48A1-BC4F-27DB373F3DF4}" type="presOf" srcId="{748E1305-84E4-44E1-86E5-75F267489AA7}" destId="{2A49A169-4C65-4A9C-B711-89782B4AC11F}" srcOrd="0" destOrd="0" presId="urn:microsoft.com/office/officeart/2005/8/layout/vList2"/>
    <dgm:cxn modelId="{7244CF36-05B4-4A4A-A727-BE4C5679A80A}" srcId="{F4A295E2-9F77-4D36-A479-212B51D67C0A}" destId="{AE02B15E-3693-422C-98BE-2D7543CB30F2}" srcOrd="1" destOrd="0" parTransId="{A2B06258-1C30-4EE6-883D-9A22747A7284}" sibTransId="{6C0594BF-1C22-46D8-ACF8-B888D901BDC2}"/>
    <dgm:cxn modelId="{D2A85F37-D78D-4C12-99D9-3DF1A823BF97}" srcId="{F4A295E2-9F77-4D36-A479-212B51D67C0A}" destId="{B064E54E-AA59-404A-B6B4-A318CC5A9573}" srcOrd="2" destOrd="0" parTransId="{299E4637-4FA6-4F21-815E-A3476A601917}" sibTransId="{88C7E66E-8490-4CE9-AA82-C7E6312DEEE2}"/>
    <dgm:cxn modelId="{710C7464-C69C-479C-A5DB-88993C4748B9}" type="presOf" srcId="{AE02B15E-3693-422C-98BE-2D7543CB30F2}" destId="{4FC66149-C6E8-44F1-92BB-DAD8D3A1958F}" srcOrd="0" destOrd="0" presId="urn:microsoft.com/office/officeart/2005/8/layout/vList2"/>
    <dgm:cxn modelId="{4237717E-85F6-4374-8BC4-C08BDEF9F65D}" type="presOf" srcId="{F4A295E2-9F77-4D36-A479-212B51D67C0A}" destId="{D9E189F7-660D-4DDB-91B9-A1C129314C3F}" srcOrd="0" destOrd="0" presId="urn:microsoft.com/office/officeart/2005/8/layout/vList2"/>
    <dgm:cxn modelId="{98D477B0-FF0F-4FEB-8155-0E90C8CD4CF4}" type="presOf" srcId="{ED4DDB6A-E235-496C-8FF1-F5E54556796D}" destId="{C429E1D6-71AC-4483-9E57-8E54951E1B07}" srcOrd="0" destOrd="0" presId="urn:microsoft.com/office/officeart/2005/8/layout/vList2"/>
    <dgm:cxn modelId="{6DBD27DB-2ADA-47F1-97A7-D330D55F5C10}" srcId="{F4A295E2-9F77-4D36-A479-212B51D67C0A}" destId="{748E1305-84E4-44E1-86E5-75F267489AA7}" srcOrd="0" destOrd="0" parTransId="{0F5457C0-6440-4907-9C3A-99B0394CD53F}" sibTransId="{AC425215-E33D-4ED0-85BB-52443A8D84A2}"/>
    <dgm:cxn modelId="{262D5FF4-11EB-4586-A6AB-3FF5136CB740}" type="presParOf" srcId="{D9E189F7-660D-4DDB-91B9-A1C129314C3F}" destId="{2A49A169-4C65-4A9C-B711-89782B4AC11F}" srcOrd="0" destOrd="0" presId="urn:microsoft.com/office/officeart/2005/8/layout/vList2"/>
    <dgm:cxn modelId="{0072E541-B6BF-4DE3-AADC-51554669249C}" type="presParOf" srcId="{D9E189F7-660D-4DDB-91B9-A1C129314C3F}" destId="{8613CDF0-BCB9-41E4-8BB2-FE5FECA3248A}" srcOrd="1" destOrd="0" presId="urn:microsoft.com/office/officeart/2005/8/layout/vList2"/>
    <dgm:cxn modelId="{22F4DE1A-91B0-49CA-A997-527207B75DA4}" type="presParOf" srcId="{D9E189F7-660D-4DDB-91B9-A1C129314C3F}" destId="{4FC66149-C6E8-44F1-92BB-DAD8D3A1958F}" srcOrd="2" destOrd="0" presId="urn:microsoft.com/office/officeart/2005/8/layout/vList2"/>
    <dgm:cxn modelId="{084F3E1D-D316-4C47-9E5B-C22F65C15DA7}" type="presParOf" srcId="{D9E189F7-660D-4DDB-91B9-A1C129314C3F}" destId="{1DAB98D2-1CB1-4228-B7DB-96B2B6647A8C}" srcOrd="3" destOrd="0" presId="urn:microsoft.com/office/officeart/2005/8/layout/vList2"/>
    <dgm:cxn modelId="{A8F59F77-434E-49D1-B091-5D1A3515051D}" type="presParOf" srcId="{D9E189F7-660D-4DDB-91B9-A1C129314C3F}" destId="{ACFF0D9B-D0B9-4EB2-92C4-A444AC97179A}" srcOrd="4" destOrd="0" presId="urn:microsoft.com/office/officeart/2005/8/layout/vList2"/>
    <dgm:cxn modelId="{1F401A47-05A7-4649-A5ED-C6295E9068B7}" type="presParOf" srcId="{D9E189F7-660D-4DDB-91B9-A1C129314C3F}" destId="{73681889-5A17-49AB-96F1-6451BEE8BFEA}" srcOrd="5" destOrd="0" presId="urn:microsoft.com/office/officeart/2005/8/layout/vList2"/>
    <dgm:cxn modelId="{9A63505A-02FC-4152-9634-077C29A942B9}" type="presParOf" srcId="{D9E189F7-660D-4DDB-91B9-A1C129314C3F}" destId="{C429E1D6-71AC-4483-9E57-8E54951E1B0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3964F9D-A643-495E-B284-9AAEADAC9BEA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A6818AB-0E73-4491-81D6-8855CF878F4D}">
      <dgm:prSet/>
      <dgm:spPr/>
      <dgm:t>
        <a:bodyPr/>
        <a:lstStyle/>
        <a:p>
          <a:pPr>
            <a:defRPr cap="all"/>
          </a:pPr>
          <a:r>
            <a:rPr lang="en-US"/>
            <a:t>Distribución de calidad por tipo de vino.</a:t>
          </a:r>
        </a:p>
      </dgm:t>
    </dgm:pt>
    <dgm:pt modelId="{C588DE56-5B9F-4EFB-96DC-913EE5D0F1C0}" type="parTrans" cxnId="{D33FE780-8DEE-49AF-BE23-29135D7EE537}">
      <dgm:prSet/>
      <dgm:spPr/>
      <dgm:t>
        <a:bodyPr/>
        <a:lstStyle/>
        <a:p>
          <a:endParaRPr lang="en-US"/>
        </a:p>
      </dgm:t>
    </dgm:pt>
    <dgm:pt modelId="{8C637DFC-E604-46D3-91B3-AB1861803648}" type="sibTrans" cxnId="{D33FE780-8DEE-49AF-BE23-29135D7EE537}">
      <dgm:prSet/>
      <dgm:spPr/>
      <dgm:t>
        <a:bodyPr/>
        <a:lstStyle/>
        <a:p>
          <a:endParaRPr lang="en-US"/>
        </a:p>
      </dgm:t>
    </dgm:pt>
    <dgm:pt modelId="{70B8927F-736E-4AEC-AA5B-CAD04FD6BE2C}">
      <dgm:prSet/>
      <dgm:spPr/>
      <dgm:t>
        <a:bodyPr/>
        <a:lstStyle/>
        <a:p>
          <a:pPr>
            <a:defRPr cap="all"/>
          </a:pPr>
          <a:r>
            <a:rPr lang="en-US"/>
            <a:t>Conclusión: la mayoría de los vinos se concentran en calidad 5 y 6.</a:t>
          </a:r>
        </a:p>
      </dgm:t>
    </dgm:pt>
    <dgm:pt modelId="{1786D108-771D-4A44-A2E0-CB31D4B024C4}" type="parTrans" cxnId="{48C75948-B9D7-4EFD-94E2-853F66B9CEB7}">
      <dgm:prSet/>
      <dgm:spPr/>
      <dgm:t>
        <a:bodyPr/>
        <a:lstStyle/>
        <a:p>
          <a:endParaRPr lang="en-US"/>
        </a:p>
      </dgm:t>
    </dgm:pt>
    <dgm:pt modelId="{DCAB12D7-44AC-4659-A4AA-175E3F0719D6}" type="sibTrans" cxnId="{48C75948-B9D7-4EFD-94E2-853F66B9CEB7}">
      <dgm:prSet/>
      <dgm:spPr/>
      <dgm:t>
        <a:bodyPr/>
        <a:lstStyle/>
        <a:p>
          <a:endParaRPr lang="en-US"/>
        </a:p>
      </dgm:t>
    </dgm:pt>
    <dgm:pt modelId="{762BB133-EDB6-4B0A-AC06-FD904D078E96}" type="pres">
      <dgm:prSet presAssocID="{23964F9D-A643-495E-B284-9AAEADAC9BEA}" presName="root" presStyleCnt="0">
        <dgm:presLayoutVars>
          <dgm:dir/>
          <dgm:resizeHandles val="exact"/>
        </dgm:presLayoutVars>
      </dgm:prSet>
      <dgm:spPr/>
    </dgm:pt>
    <dgm:pt modelId="{8D5162E2-AB45-45DE-9855-1A8C13E231B7}" type="pres">
      <dgm:prSet presAssocID="{DA6818AB-0E73-4491-81D6-8855CF878F4D}" presName="compNode" presStyleCnt="0"/>
      <dgm:spPr/>
    </dgm:pt>
    <dgm:pt modelId="{80D1D4DD-0FF7-47C6-87E4-F7F7EF50ABF4}" type="pres">
      <dgm:prSet presAssocID="{DA6818AB-0E73-4491-81D6-8855CF878F4D}" presName="iconBgRect" presStyleLbl="bgShp" presStyleIdx="0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7CB88F88-85A0-4A50-A41D-72644374DE48}" type="pres">
      <dgm:prSet presAssocID="{DA6818AB-0E73-4491-81D6-8855CF878F4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no"/>
        </a:ext>
      </dgm:extLst>
    </dgm:pt>
    <dgm:pt modelId="{330FDB7A-4737-43A2-A1E1-EC5FE7149F91}" type="pres">
      <dgm:prSet presAssocID="{DA6818AB-0E73-4491-81D6-8855CF878F4D}" presName="spaceRect" presStyleCnt="0"/>
      <dgm:spPr/>
    </dgm:pt>
    <dgm:pt modelId="{A5B90A99-CD77-4DED-ADB8-3CAF20ACC732}" type="pres">
      <dgm:prSet presAssocID="{DA6818AB-0E73-4491-81D6-8855CF878F4D}" presName="textRect" presStyleLbl="revTx" presStyleIdx="0" presStyleCnt="2">
        <dgm:presLayoutVars>
          <dgm:chMax val="1"/>
          <dgm:chPref val="1"/>
        </dgm:presLayoutVars>
      </dgm:prSet>
      <dgm:spPr/>
    </dgm:pt>
    <dgm:pt modelId="{2F402F1E-2807-46A9-B39E-7E0B7BBC3C01}" type="pres">
      <dgm:prSet presAssocID="{8C637DFC-E604-46D3-91B3-AB1861803648}" presName="sibTrans" presStyleCnt="0"/>
      <dgm:spPr/>
    </dgm:pt>
    <dgm:pt modelId="{A064E30F-C544-4E31-B8BA-EE4BE4728432}" type="pres">
      <dgm:prSet presAssocID="{70B8927F-736E-4AEC-AA5B-CAD04FD6BE2C}" presName="compNode" presStyleCnt="0"/>
      <dgm:spPr/>
    </dgm:pt>
    <dgm:pt modelId="{D5019E4A-9BE3-44ED-AD90-339372415326}" type="pres">
      <dgm:prSet presAssocID="{70B8927F-736E-4AEC-AA5B-CAD04FD6BE2C}" presName="iconBgRect" presStyleLbl="bgShp" presStyleIdx="1" presStyleCnt="2"/>
      <dgm:spPr>
        <a:prstGeom prst="round2DiagRect">
          <a:avLst>
            <a:gd name="adj1" fmla="val 29727"/>
            <a:gd name="adj2" fmla="val 0"/>
          </a:avLst>
        </a:prstGeom>
      </dgm:spPr>
    </dgm:pt>
    <dgm:pt modelId="{3CADD297-DF09-4FB9-80B9-405C3941CA1D}" type="pres">
      <dgm:prSet presAssocID="{70B8927F-736E-4AEC-AA5B-CAD04FD6BE2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mpán"/>
        </a:ext>
      </dgm:extLst>
    </dgm:pt>
    <dgm:pt modelId="{B19E45C6-97C3-4779-A936-BDC8D4B697A6}" type="pres">
      <dgm:prSet presAssocID="{70B8927F-736E-4AEC-AA5B-CAD04FD6BE2C}" presName="spaceRect" presStyleCnt="0"/>
      <dgm:spPr/>
    </dgm:pt>
    <dgm:pt modelId="{B1151040-AE59-4175-841C-1ADE96182C87}" type="pres">
      <dgm:prSet presAssocID="{70B8927F-736E-4AEC-AA5B-CAD04FD6BE2C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049DC237-08BB-4C0D-ABFA-07D0FAC9555D}" type="presOf" srcId="{23964F9D-A643-495E-B284-9AAEADAC9BEA}" destId="{762BB133-EDB6-4B0A-AC06-FD904D078E96}" srcOrd="0" destOrd="0" presId="urn:microsoft.com/office/officeart/2018/5/layout/IconLeafLabelList"/>
    <dgm:cxn modelId="{48C75948-B9D7-4EFD-94E2-853F66B9CEB7}" srcId="{23964F9D-A643-495E-B284-9AAEADAC9BEA}" destId="{70B8927F-736E-4AEC-AA5B-CAD04FD6BE2C}" srcOrd="1" destOrd="0" parTransId="{1786D108-771D-4A44-A2E0-CB31D4B024C4}" sibTransId="{DCAB12D7-44AC-4659-A4AA-175E3F0719D6}"/>
    <dgm:cxn modelId="{92165070-F3C4-4B23-9502-566F705ADB9B}" type="presOf" srcId="{DA6818AB-0E73-4491-81D6-8855CF878F4D}" destId="{A5B90A99-CD77-4DED-ADB8-3CAF20ACC732}" srcOrd="0" destOrd="0" presId="urn:microsoft.com/office/officeart/2018/5/layout/IconLeafLabelList"/>
    <dgm:cxn modelId="{9B5E9656-0F73-4A47-B499-5BBA2CD7EB3A}" type="presOf" srcId="{70B8927F-736E-4AEC-AA5B-CAD04FD6BE2C}" destId="{B1151040-AE59-4175-841C-1ADE96182C87}" srcOrd="0" destOrd="0" presId="urn:microsoft.com/office/officeart/2018/5/layout/IconLeafLabelList"/>
    <dgm:cxn modelId="{D33FE780-8DEE-49AF-BE23-29135D7EE537}" srcId="{23964F9D-A643-495E-B284-9AAEADAC9BEA}" destId="{DA6818AB-0E73-4491-81D6-8855CF878F4D}" srcOrd="0" destOrd="0" parTransId="{C588DE56-5B9F-4EFB-96DC-913EE5D0F1C0}" sibTransId="{8C637DFC-E604-46D3-91B3-AB1861803648}"/>
    <dgm:cxn modelId="{83CD16ED-149E-456F-B709-4A88820BA223}" type="presParOf" srcId="{762BB133-EDB6-4B0A-AC06-FD904D078E96}" destId="{8D5162E2-AB45-45DE-9855-1A8C13E231B7}" srcOrd="0" destOrd="0" presId="urn:microsoft.com/office/officeart/2018/5/layout/IconLeafLabelList"/>
    <dgm:cxn modelId="{193C3CBF-5ECF-4CAC-ABC5-302FA814AF9D}" type="presParOf" srcId="{8D5162E2-AB45-45DE-9855-1A8C13E231B7}" destId="{80D1D4DD-0FF7-47C6-87E4-F7F7EF50ABF4}" srcOrd="0" destOrd="0" presId="urn:microsoft.com/office/officeart/2018/5/layout/IconLeafLabelList"/>
    <dgm:cxn modelId="{6AA67EC5-F92D-4DF0-A3EC-F514E3325D88}" type="presParOf" srcId="{8D5162E2-AB45-45DE-9855-1A8C13E231B7}" destId="{7CB88F88-85A0-4A50-A41D-72644374DE48}" srcOrd="1" destOrd="0" presId="urn:microsoft.com/office/officeart/2018/5/layout/IconLeafLabelList"/>
    <dgm:cxn modelId="{E18C67D9-700B-4F18-8478-7E9DA4E68676}" type="presParOf" srcId="{8D5162E2-AB45-45DE-9855-1A8C13E231B7}" destId="{330FDB7A-4737-43A2-A1E1-EC5FE7149F91}" srcOrd="2" destOrd="0" presId="urn:microsoft.com/office/officeart/2018/5/layout/IconLeafLabelList"/>
    <dgm:cxn modelId="{8DFBB4A5-F303-4124-A06D-3B146A9FDB09}" type="presParOf" srcId="{8D5162E2-AB45-45DE-9855-1A8C13E231B7}" destId="{A5B90A99-CD77-4DED-ADB8-3CAF20ACC732}" srcOrd="3" destOrd="0" presId="urn:microsoft.com/office/officeart/2018/5/layout/IconLeafLabelList"/>
    <dgm:cxn modelId="{4F8439E0-EEE9-4672-8336-005F295630C3}" type="presParOf" srcId="{762BB133-EDB6-4B0A-AC06-FD904D078E96}" destId="{2F402F1E-2807-46A9-B39E-7E0B7BBC3C01}" srcOrd="1" destOrd="0" presId="urn:microsoft.com/office/officeart/2018/5/layout/IconLeafLabelList"/>
    <dgm:cxn modelId="{4345E84C-60C6-48E7-BF71-BC338EDEA518}" type="presParOf" srcId="{762BB133-EDB6-4B0A-AC06-FD904D078E96}" destId="{A064E30F-C544-4E31-B8BA-EE4BE4728432}" srcOrd="2" destOrd="0" presId="urn:microsoft.com/office/officeart/2018/5/layout/IconLeafLabelList"/>
    <dgm:cxn modelId="{BA38D9C5-76C4-442D-8327-68D8151F5F9F}" type="presParOf" srcId="{A064E30F-C544-4E31-B8BA-EE4BE4728432}" destId="{D5019E4A-9BE3-44ED-AD90-339372415326}" srcOrd="0" destOrd="0" presId="urn:microsoft.com/office/officeart/2018/5/layout/IconLeafLabelList"/>
    <dgm:cxn modelId="{EF75BB09-4FC8-4D82-A183-7B7932B29195}" type="presParOf" srcId="{A064E30F-C544-4E31-B8BA-EE4BE4728432}" destId="{3CADD297-DF09-4FB9-80B9-405C3941CA1D}" srcOrd="1" destOrd="0" presId="urn:microsoft.com/office/officeart/2018/5/layout/IconLeafLabelList"/>
    <dgm:cxn modelId="{0908F47E-4ED9-4A9E-8BFE-C575D91115F6}" type="presParOf" srcId="{A064E30F-C544-4E31-B8BA-EE4BE4728432}" destId="{B19E45C6-97C3-4779-A936-BDC8D4B697A6}" srcOrd="2" destOrd="0" presId="urn:microsoft.com/office/officeart/2018/5/layout/IconLeafLabelList"/>
    <dgm:cxn modelId="{FEC5E034-51E7-45D7-99F5-DEB87A800B5A}" type="presParOf" srcId="{A064E30F-C544-4E31-B8BA-EE4BE4728432}" destId="{B1151040-AE59-4175-841C-1ADE96182C87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73B41D3-560A-4565-AB81-D99F2D4532CA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9BC1CEE-E8F7-49F9-9754-D2AB6F61A207}">
      <dgm:prSet/>
      <dgm:spPr/>
      <dgm:t>
        <a:bodyPr/>
        <a:lstStyle/>
        <a:p>
          <a:pPr>
            <a:defRPr cap="all"/>
          </a:pPr>
          <a:r>
            <a:rPr lang="en-US"/>
            <a:t>Relación entre alcohol y calidad.</a:t>
          </a:r>
        </a:p>
      </dgm:t>
    </dgm:pt>
    <dgm:pt modelId="{EFEB140C-E02E-4FB1-8478-D0C59897F749}" type="parTrans" cxnId="{A84AFFCC-14B7-438E-9111-E4AD540E32AF}">
      <dgm:prSet/>
      <dgm:spPr/>
      <dgm:t>
        <a:bodyPr/>
        <a:lstStyle/>
        <a:p>
          <a:endParaRPr lang="en-US"/>
        </a:p>
      </dgm:t>
    </dgm:pt>
    <dgm:pt modelId="{5A183285-B29C-4979-8EFE-39CD02A79AE7}" type="sibTrans" cxnId="{A84AFFCC-14B7-438E-9111-E4AD540E32AF}">
      <dgm:prSet/>
      <dgm:spPr/>
      <dgm:t>
        <a:bodyPr/>
        <a:lstStyle/>
        <a:p>
          <a:endParaRPr lang="en-US"/>
        </a:p>
      </dgm:t>
    </dgm:pt>
    <dgm:pt modelId="{AF1C86FB-EC1C-4E47-84F9-5A463998E2CD}">
      <dgm:prSet/>
      <dgm:spPr/>
      <dgm:t>
        <a:bodyPr/>
        <a:lstStyle/>
        <a:p>
          <a:pPr>
            <a:defRPr cap="all"/>
          </a:pPr>
          <a:r>
            <a:rPr lang="en-US"/>
            <a:t>Conclusión: a mayor graduación alcohólica, mayor calidad promedio.</a:t>
          </a:r>
        </a:p>
      </dgm:t>
    </dgm:pt>
    <dgm:pt modelId="{C3661946-8E7F-4144-8066-915D5A538102}" type="parTrans" cxnId="{53F4CEC4-B16F-4722-ACC8-D3756239D4EA}">
      <dgm:prSet/>
      <dgm:spPr/>
      <dgm:t>
        <a:bodyPr/>
        <a:lstStyle/>
        <a:p>
          <a:endParaRPr lang="en-US"/>
        </a:p>
      </dgm:t>
    </dgm:pt>
    <dgm:pt modelId="{5DBFE74F-21AE-4951-8EE9-9024B389EE5E}" type="sibTrans" cxnId="{53F4CEC4-B16F-4722-ACC8-D3756239D4EA}">
      <dgm:prSet/>
      <dgm:spPr/>
      <dgm:t>
        <a:bodyPr/>
        <a:lstStyle/>
        <a:p>
          <a:endParaRPr lang="en-US"/>
        </a:p>
      </dgm:t>
    </dgm:pt>
    <dgm:pt modelId="{B90049AA-411E-4FB9-B353-6EE6887A53A4}" type="pres">
      <dgm:prSet presAssocID="{473B41D3-560A-4565-AB81-D99F2D4532CA}" presName="outerComposite" presStyleCnt="0">
        <dgm:presLayoutVars>
          <dgm:chMax val="5"/>
          <dgm:dir/>
          <dgm:resizeHandles val="exact"/>
        </dgm:presLayoutVars>
      </dgm:prSet>
      <dgm:spPr/>
    </dgm:pt>
    <dgm:pt modelId="{F87BEB6B-5DFC-4A09-B4A5-2679EE48C334}" type="pres">
      <dgm:prSet presAssocID="{473B41D3-560A-4565-AB81-D99F2D4532CA}" presName="dummyMaxCanvas" presStyleCnt="0">
        <dgm:presLayoutVars/>
      </dgm:prSet>
      <dgm:spPr/>
    </dgm:pt>
    <dgm:pt modelId="{3369D27F-0847-4A6F-979F-D7E678567D52}" type="pres">
      <dgm:prSet presAssocID="{473B41D3-560A-4565-AB81-D99F2D4532CA}" presName="TwoNodes_1" presStyleLbl="node1" presStyleIdx="0" presStyleCnt="2">
        <dgm:presLayoutVars>
          <dgm:bulletEnabled val="1"/>
        </dgm:presLayoutVars>
      </dgm:prSet>
      <dgm:spPr/>
    </dgm:pt>
    <dgm:pt modelId="{B0116FB1-C4F9-4F53-B5EE-B1885DBC2D14}" type="pres">
      <dgm:prSet presAssocID="{473B41D3-560A-4565-AB81-D99F2D4532CA}" presName="TwoNodes_2" presStyleLbl="node1" presStyleIdx="1" presStyleCnt="2">
        <dgm:presLayoutVars>
          <dgm:bulletEnabled val="1"/>
        </dgm:presLayoutVars>
      </dgm:prSet>
      <dgm:spPr/>
    </dgm:pt>
    <dgm:pt modelId="{15BBB262-B26B-44FA-B3A1-115DB9A739DE}" type="pres">
      <dgm:prSet presAssocID="{473B41D3-560A-4565-AB81-D99F2D4532CA}" presName="TwoConn_1-2" presStyleLbl="fgAccFollowNode1" presStyleIdx="0" presStyleCnt="1">
        <dgm:presLayoutVars>
          <dgm:bulletEnabled val="1"/>
        </dgm:presLayoutVars>
      </dgm:prSet>
      <dgm:spPr/>
    </dgm:pt>
    <dgm:pt modelId="{81041765-065E-4511-AE05-1106627F7258}" type="pres">
      <dgm:prSet presAssocID="{473B41D3-560A-4565-AB81-D99F2D4532CA}" presName="TwoNodes_1_text" presStyleLbl="node1" presStyleIdx="1" presStyleCnt="2">
        <dgm:presLayoutVars>
          <dgm:bulletEnabled val="1"/>
        </dgm:presLayoutVars>
      </dgm:prSet>
      <dgm:spPr/>
    </dgm:pt>
    <dgm:pt modelId="{F857D374-BD67-4AFF-98D0-7BBE75B37C00}" type="pres">
      <dgm:prSet presAssocID="{473B41D3-560A-4565-AB81-D99F2D4532CA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02B1600E-BDD1-49E2-9C7A-78B55B20ED61}" type="presOf" srcId="{AF1C86FB-EC1C-4E47-84F9-5A463998E2CD}" destId="{B0116FB1-C4F9-4F53-B5EE-B1885DBC2D14}" srcOrd="0" destOrd="0" presId="urn:microsoft.com/office/officeart/2005/8/layout/vProcess5"/>
    <dgm:cxn modelId="{6670116F-F6D4-4922-A380-2CF2B86284CD}" type="presOf" srcId="{AF1C86FB-EC1C-4E47-84F9-5A463998E2CD}" destId="{F857D374-BD67-4AFF-98D0-7BBE75B37C00}" srcOrd="1" destOrd="0" presId="urn:microsoft.com/office/officeart/2005/8/layout/vProcess5"/>
    <dgm:cxn modelId="{AD762FA6-1C7D-4C0A-AFE3-FBA89EF526A0}" type="presOf" srcId="{99BC1CEE-E8F7-49F9-9754-D2AB6F61A207}" destId="{81041765-065E-4511-AE05-1106627F7258}" srcOrd="1" destOrd="0" presId="urn:microsoft.com/office/officeart/2005/8/layout/vProcess5"/>
    <dgm:cxn modelId="{94FDB0A6-59C9-42B4-9DE5-1CE0A757A070}" type="presOf" srcId="{99BC1CEE-E8F7-49F9-9754-D2AB6F61A207}" destId="{3369D27F-0847-4A6F-979F-D7E678567D52}" srcOrd="0" destOrd="0" presId="urn:microsoft.com/office/officeart/2005/8/layout/vProcess5"/>
    <dgm:cxn modelId="{9324A5B4-09B5-484F-AFBD-6845B23208C1}" type="presOf" srcId="{5A183285-B29C-4979-8EFE-39CD02A79AE7}" destId="{15BBB262-B26B-44FA-B3A1-115DB9A739DE}" srcOrd="0" destOrd="0" presId="urn:microsoft.com/office/officeart/2005/8/layout/vProcess5"/>
    <dgm:cxn modelId="{53F4CEC4-B16F-4722-ACC8-D3756239D4EA}" srcId="{473B41D3-560A-4565-AB81-D99F2D4532CA}" destId="{AF1C86FB-EC1C-4E47-84F9-5A463998E2CD}" srcOrd="1" destOrd="0" parTransId="{C3661946-8E7F-4144-8066-915D5A538102}" sibTransId="{5DBFE74F-21AE-4951-8EE9-9024B389EE5E}"/>
    <dgm:cxn modelId="{A84AFFCC-14B7-438E-9111-E4AD540E32AF}" srcId="{473B41D3-560A-4565-AB81-D99F2D4532CA}" destId="{99BC1CEE-E8F7-49F9-9754-D2AB6F61A207}" srcOrd="0" destOrd="0" parTransId="{EFEB140C-E02E-4FB1-8478-D0C59897F749}" sibTransId="{5A183285-B29C-4979-8EFE-39CD02A79AE7}"/>
    <dgm:cxn modelId="{BD8903D2-0578-4366-8B38-B27F1DC2D26C}" type="presOf" srcId="{473B41D3-560A-4565-AB81-D99F2D4532CA}" destId="{B90049AA-411E-4FB9-B353-6EE6887A53A4}" srcOrd="0" destOrd="0" presId="urn:microsoft.com/office/officeart/2005/8/layout/vProcess5"/>
    <dgm:cxn modelId="{614FF585-E4C1-4BED-B8C3-D9935315F764}" type="presParOf" srcId="{B90049AA-411E-4FB9-B353-6EE6887A53A4}" destId="{F87BEB6B-5DFC-4A09-B4A5-2679EE48C334}" srcOrd="0" destOrd="0" presId="urn:microsoft.com/office/officeart/2005/8/layout/vProcess5"/>
    <dgm:cxn modelId="{C7E4FA95-44E0-4FF6-9ACD-09B7232B1A1C}" type="presParOf" srcId="{B90049AA-411E-4FB9-B353-6EE6887A53A4}" destId="{3369D27F-0847-4A6F-979F-D7E678567D52}" srcOrd="1" destOrd="0" presId="urn:microsoft.com/office/officeart/2005/8/layout/vProcess5"/>
    <dgm:cxn modelId="{F366552F-FC8F-47A4-8C87-572690CBB423}" type="presParOf" srcId="{B90049AA-411E-4FB9-B353-6EE6887A53A4}" destId="{B0116FB1-C4F9-4F53-B5EE-B1885DBC2D14}" srcOrd="2" destOrd="0" presId="urn:microsoft.com/office/officeart/2005/8/layout/vProcess5"/>
    <dgm:cxn modelId="{789AE2D1-300E-4DDC-A277-2E40E37A8685}" type="presParOf" srcId="{B90049AA-411E-4FB9-B353-6EE6887A53A4}" destId="{15BBB262-B26B-44FA-B3A1-115DB9A739DE}" srcOrd="3" destOrd="0" presId="urn:microsoft.com/office/officeart/2005/8/layout/vProcess5"/>
    <dgm:cxn modelId="{4D67736E-CA9F-4180-96FE-65D0D4E7CB02}" type="presParOf" srcId="{B90049AA-411E-4FB9-B353-6EE6887A53A4}" destId="{81041765-065E-4511-AE05-1106627F7258}" srcOrd="4" destOrd="0" presId="urn:microsoft.com/office/officeart/2005/8/layout/vProcess5"/>
    <dgm:cxn modelId="{E1E01F38-7FAF-4953-B83A-22C25D83015E}" type="presParOf" srcId="{B90049AA-411E-4FB9-B353-6EE6887A53A4}" destId="{F857D374-BD67-4AFF-98D0-7BBE75B37C00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F835B97-2CCB-47AF-B5F3-2AB8796E92AA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824512C-DCE2-41F8-89A6-F76FF5B382B1}">
      <dgm:prSet/>
      <dgm:spPr/>
      <dgm:t>
        <a:bodyPr/>
        <a:lstStyle/>
        <a:p>
          <a:r>
            <a:rPr lang="en-US"/>
            <a:t>Acidez volátil vs calidad.</a:t>
          </a:r>
        </a:p>
      </dgm:t>
    </dgm:pt>
    <dgm:pt modelId="{AACC215A-53A5-44DC-AD58-FCF6D7EB88B9}" type="parTrans" cxnId="{DED55F96-E759-4DD3-AFAD-C539BCB61A6E}">
      <dgm:prSet/>
      <dgm:spPr/>
      <dgm:t>
        <a:bodyPr/>
        <a:lstStyle/>
        <a:p>
          <a:endParaRPr lang="en-US"/>
        </a:p>
      </dgm:t>
    </dgm:pt>
    <dgm:pt modelId="{541BC781-EE15-495D-89C1-C96D76E60278}" type="sibTrans" cxnId="{DED55F96-E759-4DD3-AFAD-C539BCB61A6E}">
      <dgm:prSet/>
      <dgm:spPr/>
      <dgm:t>
        <a:bodyPr/>
        <a:lstStyle/>
        <a:p>
          <a:endParaRPr lang="en-US"/>
        </a:p>
      </dgm:t>
    </dgm:pt>
    <dgm:pt modelId="{BDAF9666-EBDC-4BC5-88CD-529AE3F69E95}">
      <dgm:prSet/>
      <dgm:spPr/>
      <dgm:t>
        <a:bodyPr/>
        <a:lstStyle/>
        <a:p>
          <a:r>
            <a:rPr lang="en-US"/>
            <a:t>Conclusión: niveles altos de acidez tienden a reducir la calidad.</a:t>
          </a:r>
        </a:p>
      </dgm:t>
    </dgm:pt>
    <dgm:pt modelId="{74342253-0951-4092-B02C-DB3910E0D4BE}" type="parTrans" cxnId="{879C07C9-D89B-4E88-A2ED-4D2B9F92ECF1}">
      <dgm:prSet/>
      <dgm:spPr/>
      <dgm:t>
        <a:bodyPr/>
        <a:lstStyle/>
        <a:p>
          <a:endParaRPr lang="en-US"/>
        </a:p>
      </dgm:t>
    </dgm:pt>
    <dgm:pt modelId="{3D1F6662-B907-4AD6-A755-D3FA905177CB}" type="sibTrans" cxnId="{879C07C9-D89B-4E88-A2ED-4D2B9F92ECF1}">
      <dgm:prSet/>
      <dgm:spPr/>
      <dgm:t>
        <a:bodyPr/>
        <a:lstStyle/>
        <a:p>
          <a:endParaRPr lang="en-US"/>
        </a:p>
      </dgm:t>
    </dgm:pt>
    <dgm:pt modelId="{DB014014-CC5A-433E-90AA-B4E3BB6A79E8}" type="pres">
      <dgm:prSet presAssocID="{9F835B97-2CCB-47AF-B5F3-2AB8796E92AA}" presName="diagram" presStyleCnt="0">
        <dgm:presLayoutVars>
          <dgm:dir/>
          <dgm:resizeHandles val="exact"/>
        </dgm:presLayoutVars>
      </dgm:prSet>
      <dgm:spPr/>
    </dgm:pt>
    <dgm:pt modelId="{E993FE6D-7F47-4A6E-8AD4-A0A78D5E8316}" type="pres">
      <dgm:prSet presAssocID="{2824512C-DCE2-41F8-89A6-F76FF5B382B1}" presName="node" presStyleLbl="node1" presStyleIdx="0" presStyleCnt="2">
        <dgm:presLayoutVars>
          <dgm:bulletEnabled val="1"/>
        </dgm:presLayoutVars>
      </dgm:prSet>
      <dgm:spPr/>
    </dgm:pt>
    <dgm:pt modelId="{BB2E87E7-2CCE-43C9-B330-B1B2768A4E24}" type="pres">
      <dgm:prSet presAssocID="{541BC781-EE15-495D-89C1-C96D76E60278}" presName="sibTrans" presStyleCnt="0"/>
      <dgm:spPr/>
    </dgm:pt>
    <dgm:pt modelId="{6A69223C-9F2D-41FA-9093-7AB5F0BA62F9}" type="pres">
      <dgm:prSet presAssocID="{BDAF9666-EBDC-4BC5-88CD-529AE3F69E95}" presName="node" presStyleLbl="node1" presStyleIdx="1" presStyleCnt="2">
        <dgm:presLayoutVars>
          <dgm:bulletEnabled val="1"/>
        </dgm:presLayoutVars>
      </dgm:prSet>
      <dgm:spPr/>
    </dgm:pt>
  </dgm:ptLst>
  <dgm:cxnLst>
    <dgm:cxn modelId="{E7666D24-2BFE-46FB-9CA2-BB6EB94A78E9}" type="presOf" srcId="{2824512C-DCE2-41F8-89A6-F76FF5B382B1}" destId="{E993FE6D-7F47-4A6E-8AD4-A0A78D5E8316}" srcOrd="0" destOrd="0" presId="urn:microsoft.com/office/officeart/2005/8/layout/default"/>
    <dgm:cxn modelId="{C57BF38A-B97D-498D-80FD-31F95F463957}" type="presOf" srcId="{BDAF9666-EBDC-4BC5-88CD-529AE3F69E95}" destId="{6A69223C-9F2D-41FA-9093-7AB5F0BA62F9}" srcOrd="0" destOrd="0" presId="urn:microsoft.com/office/officeart/2005/8/layout/default"/>
    <dgm:cxn modelId="{DED55F96-E759-4DD3-AFAD-C539BCB61A6E}" srcId="{9F835B97-2CCB-47AF-B5F3-2AB8796E92AA}" destId="{2824512C-DCE2-41F8-89A6-F76FF5B382B1}" srcOrd="0" destOrd="0" parTransId="{AACC215A-53A5-44DC-AD58-FCF6D7EB88B9}" sibTransId="{541BC781-EE15-495D-89C1-C96D76E60278}"/>
    <dgm:cxn modelId="{879C07C9-D89B-4E88-A2ED-4D2B9F92ECF1}" srcId="{9F835B97-2CCB-47AF-B5F3-2AB8796E92AA}" destId="{BDAF9666-EBDC-4BC5-88CD-529AE3F69E95}" srcOrd="1" destOrd="0" parTransId="{74342253-0951-4092-B02C-DB3910E0D4BE}" sibTransId="{3D1F6662-B907-4AD6-A755-D3FA905177CB}"/>
    <dgm:cxn modelId="{E8C113FF-3F1A-4350-8BD3-9D20592064CF}" type="presOf" srcId="{9F835B97-2CCB-47AF-B5F3-2AB8796E92AA}" destId="{DB014014-CC5A-433E-90AA-B4E3BB6A79E8}" srcOrd="0" destOrd="0" presId="urn:microsoft.com/office/officeart/2005/8/layout/default"/>
    <dgm:cxn modelId="{91617838-223B-4292-8D34-08E528253FA9}" type="presParOf" srcId="{DB014014-CC5A-433E-90AA-B4E3BB6A79E8}" destId="{E993FE6D-7F47-4A6E-8AD4-A0A78D5E8316}" srcOrd="0" destOrd="0" presId="urn:microsoft.com/office/officeart/2005/8/layout/default"/>
    <dgm:cxn modelId="{F9C64F9D-B2DF-41A9-B3D4-4AE3EB99A482}" type="presParOf" srcId="{DB014014-CC5A-433E-90AA-B4E3BB6A79E8}" destId="{BB2E87E7-2CCE-43C9-B330-B1B2768A4E24}" srcOrd="1" destOrd="0" presId="urn:microsoft.com/office/officeart/2005/8/layout/default"/>
    <dgm:cxn modelId="{A51E29BE-23EB-4202-B628-2D97E90EBB5C}" type="presParOf" srcId="{DB014014-CC5A-433E-90AA-B4E3BB6A79E8}" destId="{6A69223C-9F2D-41FA-9093-7AB5F0BA62F9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AD3D9C1-3E2C-4BBA-9009-036B3732B46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26EFADB-BD14-48E9-8C0C-CECC2BBC637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Se entrenó un modelo Random Forest para predecir si un vino es de buena calidad.</a:t>
          </a:r>
        </a:p>
      </dgm:t>
    </dgm:pt>
    <dgm:pt modelId="{DC5E7821-53AC-4D59-A2A4-55A6D1D7B8A6}" type="parTrans" cxnId="{CA357A84-A202-4903-BA48-B66324C6DE22}">
      <dgm:prSet/>
      <dgm:spPr/>
      <dgm:t>
        <a:bodyPr/>
        <a:lstStyle/>
        <a:p>
          <a:endParaRPr lang="en-US"/>
        </a:p>
      </dgm:t>
    </dgm:pt>
    <dgm:pt modelId="{386ABFA1-C1CB-44A5-963C-CF89B7FE8A96}" type="sibTrans" cxnId="{CA357A84-A202-4903-BA48-B66324C6DE22}">
      <dgm:prSet/>
      <dgm:spPr/>
      <dgm:t>
        <a:bodyPr/>
        <a:lstStyle/>
        <a:p>
          <a:endParaRPr lang="en-US"/>
        </a:p>
      </dgm:t>
    </dgm:pt>
    <dgm:pt modelId="{351D6391-CFE0-4D06-A6C1-B3D75CB338E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Resultado: precisión aproximada superior al 60%.</a:t>
          </a:r>
        </a:p>
      </dgm:t>
    </dgm:pt>
    <dgm:pt modelId="{A81101A8-097E-4AF2-9F82-9BCF64C37768}" type="parTrans" cxnId="{65B79526-6A50-4570-9541-3476F727EC89}">
      <dgm:prSet/>
      <dgm:spPr/>
      <dgm:t>
        <a:bodyPr/>
        <a:lstStyle/>
        <a:p>
          <a:endParaRPr lang="en-US"/>
        </a:p>
      </dgm:t>
    </dgm:pt>
    <dgm:pt modelId="{F1D79AA7-7731-4ADD-918C-6DAAF35D1220}" type="sibTrans" cxnId="{65B79526-6A50-4570-9541-3476F727EC89}">
      <dgm:prSet/>
      <dgm:spPr/>
      <dgm:t>
        <a:bodyPr/>
        <a:lstStyle/>
        <a:p>
          <a:endParaRPr lang="en-US"/>
        </a:p>
      </dgm:t>
    </dgm:pt>
    <dgm:pt modelId="{70E8FC3B-7498-4EF7-A3D7-D3BBC6F198AA}" type="pres">
      <dgm:prSet presAssocID="{CAD3D9C1-3E2C-4BBA-9009-036B3732B46F}" presName="root" presStyleCnt="0">
        <dgm:presLayoutVars>
          <dgm:dir/>
          <dgm:resizeHandles val="exact"/>
        </dgm:presLayoutVars>
      </dgm:prSet>
      <dgm:spPr/>
    </dgm:pt>
    <dgm:pt modelId="{53A0AB6D-ADD0-41F6-8C34-31DDDF854552}" type="pres">
      <dgm:prSet presAssocID="{A26EFADB-BD14-48E9-8C0C-CECC2BBC6371}" presName="compNode" presStyleCnt="0"/>
      <dgm:spPr/>
    </dgm:pt>
    <dgm:pt modelId="{CB0AEC89-620F-41DB-92C9-CF73FE0539AD}" type="pres">
      <dgm:prSet presAssocID="{A26EFADB-BD14-48E9-8C0C-CECC2BBC6371}" presName="iconBgRect" presStyleLbl="bgShp" presStyleIdx="0" presStyleCnt="2"/>
      <dgm:spPr/>
    </dgm:pt>
    <dgm:pt modelId="{8EAAB8C4-AC72-4DFB-B836-5979409FDADF}" type="pres">
      <dgm:prSet presAssocID="{A26EFADB-BD14-48E9-8C0C-CECC2BBC637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6814B3D2-99E2-4D15-901D-A5E123B048F1}" type="pres">
      <dgm:prSet presAssocID="{A26EFADB-BD14-48E9-8C0C-CECC2BBC6371}" presName="spaceRect" presStyleCnt="0"/>
      <dgm:spPr/>
    </dgm:pt>
    <dgm:pt modelId="{CBEF737F-163F-41AA-99CD-87C72924B2AA}" type="pres">
      <dgm:prSet presAssocID="{A26EFADB-BD14-48E9-8C0C-CECC2BBC6371}" presName="textRect" presStyleLbl="revTx" presStyleIdx="0" presStyleCnt="2">
        <dgm:presLayoutVars>
          <dgm:chMax val="1"/>
          <dgm:chPref val="1"/>
        </dgm:presLayoutVars>
      </dgm:prSet>
      <dgm:spPr/>
    </dgm:pt>
    <dgm:pt modelId="{B46F6704-ADE1-4B09-9365-CDCDD07ED72B}" type="pres">
      <dgm:prSet presAssocID="{386ABFA1-C1CB-44A5-963C-CF89B7FE8A96}" presName="sibTrans" presStyleCnt="0"/>
      <dgm:spPr/>
    </dgm:pt>
    <dgm:pt modelId="{51FA098E-2426-4650-95D6-9917E1B406E9}" type="pres">
      <dgm:prSet presAssocID="{351D6391-CFE0-4D06-A6C1-B3D75CB338EF}" presName="compNode" presStyleCnt="0"/>
      <dgm:spPr/>
    </dgm:pt>
    <dgm:pt modelId="{21E9DD18-744F-4A45-89B8-C8B595A06A3E}" type="pres">
      <dgm:prSet presAssocID="{351D6391-CFE0-4D06-A6C1-B3D75CB338EF}" presName="iconBgRect" presStyleLbl="bgShp" presStyleIdx="1" presStyleCnt="2"/>
      <dgm:spPr/>
    </dgm:pt>
    <dgm:pt modelId="{1D52B351-EE35-4D81-8665-729012540C28}" type="pres">
      <dgm:prSet presAssocID="{351D6391-CFE0-4D06-A6C1-B3D75CB338E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bjetivo"/>
        </a:ext>
      </dgm:extLst>
    </dgm:pt>
    <dgm:pt modelId="{19B4D1D7-C495-421A-AE4F-38DA957CD160}" type="pres">
      <dgm:prSet presAssocID="{351D6391-CFE0-4D06-A6C1-B3D75CB338EF}" presName="spaceRect" presStyleCnt="0"/>
      <dgm:spPr/>
    </dgm:pt>
    <dgm:pt modelId="{E01BC6E9-B2DE-49FF-968D-51CC960C1AB8}" type="pres">
      <dgm:prSet presAssocID="{351D6391-CFE0-4D06-A6C1-B3D75CB338EF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65B79526-6A50-4570-9541-3476F727EC89}" srcId="{CAD3D9C1-3E2C-4BBA-9009-036B3732B46F}" destId="{351D6391-CFE0-4D06-A6C1-B3D75CB338EF}" srcOrd="1" destOrd="0" parTransId="{A81101A8-097E-4AF2-9F82-9BCF64C37768}" sibTransId="{F1D79AA7-7731-4ADD-918C-6DAAF35D1220}"/>
    <dgm:cxn modelId="{7C87284B-F0CB-4E80-826C-65BB480F5147}" type="presOf" srcId="{CAD3D9C1-3E2C-4BBA-9009-036B3732B46F}" destId="{70E8FC3B-7498-4EF7-A3D7-D3BBC6F198AA}" srcOrd="0" destOrd="0" presId="urn:microsoft.com/office/officeart/2018/5/layout/IconCircleLabelList"/>
    <dgm:cxn modelId="{C9030C55-781A-4C4C-9CBF-33C823C63080}" type="presOf" srcId="{351D6391-CFE0-4D06-A6C1-B3D75CB338EF}" destId="{E01BC6E9-B2DE-49FF-968D-51CC960C1AB8}" srcOrd="0" destOrd="0" presId="urn:microsoft.com/office/officeart/2018/5/layout/IconCircleLabelList"/>
    <dgm:cxn modelId="{CA357A84-A202-4903-BA48-B66324C6DE22}" srcId="{CAD3D9C1-3E2C-4BBA-9009-036B3732B46F}" destId="{A26EFADB-BD14-48E9-8C0C-CECC2BBC6371}" srcOrd="0" destOrd="0" parTransId="{DC5E7821-53AC-4D59-A2A4-55A6D1D7B8A6}" sibTransId="{386ABFA1-C1CB-44A5-963C-CF89B7FE8A96}"/>
    <dgm:cxn modelId="{9F1DD5CD-C432-4ABD-A1BF-E83A8F9D4EC8}" type="presOf" srcId="{A26EFADB-BD14-48E9-8C0C-CECC2BBC6371}" destId="{CBEF737F-163F-41AA-99CD-87C72924B2AA}" srcOrd="0" destOrd="0" presId="urn:microsoft.com/office/officeart/2018/5/layout/IconCircleLabelList"/>
    <dgm:cxn modelId="{7421488F-D4B9-4DE3-83B4-16E2B6B6C0D2}" type="presParOf" srcId="{70E8FC3B-7498-4EF7-A3D7-D3BBC6F198AA}" destId="{53A0AB6D-ADD0-41F6-8C34-31DDDF854552}" srcOrd="0" destOrd="0" presId="urn:microsoft.com/office/officeart/2018/5/layout/IconCircleLabelList"/>
    <dgm:cxn modelId="{11F884F5-BA55-44E7-BA85-3D4FB2B1893B}" type="presParOf" srcId="{53A0AB6D-ADD0-41F6-8C34-31DDDF854552}" destId="{CB0AEC89-620F-41DB-92C9-CF73FE0539AD}" srcOrd="0" destOrd="0" presId="urn:microsoft.com/office/officeart/2018/5/layout/IconCircleLabelList"/>
    <dgm:cxn modelId="{5C61AAC0-A750-4FD2-BA04-C0FC8D13E70B}" type="presParOf" srcId="{53A0AB6D-ADD0-41F6-8C34-31DDDF854552}" destId="{8EAAB8C4-AC72-4DFB-B836-5979409FDADF}" srcOrd="1" destOrd="0" presId="urn:microsoft.com/office/officeart/2018/5/layout/IconCircleLabelList"/>
    <dgm:cxn modelId="{C90D7186-7DEE-42DA-9557-9261F45F1E43}" type="presParOf" srcId="{53A0AB6D-ADD0-41F6-8C34-31DDDF854552}" destId="{6814B3D2-99E2-4D15-901D-A5E123B048F1}" srcOrd="2" destOrd="0" presId="urn:microsoft.com/office/officeart/2018/5/layout/IconCircleLabelList"/>
    <dgm:cxn modelId="{7748CC06-4533-4FC2-B57F-6727DF75DB68}" type="presParOf" srcId="{53A0AB6D-ADD0-41F6-8C34-31DDDF854552}" destId="{CBEF737F-163F-41AA-99CD-87C72924B2AA}" srcOrd="3" destOrd="0" presId="urn:microsoft.com/office/officeart/2018/5/layout/IconCircleLabelList"/>
    <dgm:cxn modelId="{D960033B-6393-460F-909F-7CB6CCF5534A}" type="presParOf" srcId="{70E8FC3B-7498-4EF7-A3D7-D3BBC6F198AA}" destId="{B46F6704-ADE1-4B09-9365-CDCDD07ED72B}" srcOrd="1" destOrd="0" presId="urn:microsoft.com/office/officeart/2018/5/layout/IconCircleLabelList"/>
    <dgm:cxn modelId="{5011244F-0B0E-42A6-B900-DC40581C1022}" type="presParOf" srcId="{70E8FC3B-7498-4EF7-A3D7-D3BBC6F198AA}" destId="{51FA098E-2426-4650-95D6-9917E1B406E9}" srcOrd="2" destOrd="0" presId="urn:microsoft.com/office/officeart/2018/5/layout/IconCircleLabelList"/>
    <dgm:cxn modelId="{6617CA44-0365-4CAD-861C-3587C515067C}" type="presParOf" srcId="{51FA098E-2426-4650-95D6-9917E1B406E9}" destId="{21E9DD18-744F-4A45-89B8-C8B595A06A3E}" srcOrd="0" destOrd="0" presId="urn:microsoft.com/office/officeart/2018/5/layout/IconCircleLabelList"/>
    <dgm:cxn modelId="{38C9D3E9-66D7-49C5-981D-7ED8899B092A}" type="presParOf" srcId="{51FA098E-2426-4650-95D6-9917E1B406E9}" destId="{1D52B351-EE35-4D81-8665-729012540C28}" srcOrd="1" destOrd="0" presId="urn:microsoft.com/office/officeart/2018/5/layout/IconCircleLabelList"/>
    <dgm:cxn modelId="{54E80D15-BF9E-474A-83BA-7508131D3BB0}" type="presParOf" srcId="{51FA098E-2426-4650-95D6-9917E1B406E9}" destId="{19B4D1D7-C495-421A-AE4F-38DA957CD160}" srcOrd="2" destOrd="0" presId="urn:microsoft.com/office/officeart/2018/5/layout/IconCircleLabelList"/>
    <dgm:cxn modelId="{5969B0C7-49EA-4739-945E-AF61BAC3BA70}" type="presParOf" srcId="{51FA098E-2426-4650-95D6-9917E1B406E9}" destId="{E01BC6E9-B2DE-49FF-968D-51CC960C1AB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8E94137-CA8D-444E-9C83-DE6DA91D8C4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3858427-3EB0-4598-8374-6361FEDE8609}">
      <dgm:prSet/>
      <dgm:spPr/>
      <dgm:t>
        <a:bodyPr/>
        <a:lstStyle/>
        <a:p>
          <a:r>
            <a:rPr lang="en-US"/>
            <a:t>- El alcohol es la variable más influyente.</a:t>
          </a:r>
        </a:p>
      </dgm:t>
    </dgm:pt>
    <dgm:pt modelId="{5B21BCCA-7D75-4045-AD04-BEE9A4F82081}" type="parTrans" cxnId="{E19A274E-8728-40A6-B087-768FD46E2D27}">
      <dgm:prSet/>
      <dgm:spPr/>
      <dgm:t>
        <a:bodyPr/>
        <a:lstStyle/>
        <a:p>
          <a:endParaRPr lang="en-US"/>
        </a:p>
      </dgm:t>
    </dgm:pt>
    <dgm:pt modelId="{ADF78D64-33CC-465E-96A9-795F8C3D9BC1}" type="sibTrans" cxnId="{E19A274E-8728-40A6-B087-768FD46E2D27}">
      <dgm:prSet/>
      <dgm:spPr/>
      <dgm:t>
        <a:bodyPr/>
        <a:lstStyle/>
        <a:p>
          <a:endParaRPr lang="en-US"/>
        </a:p>
      </dgm:t>
    </dgm:pt>
    <dgm:pt modelId="{BF2D0E8F-6228-4B86-A801-32F61BB95F66}">
      <dgm:prSet/>
      <dgm:spPr/>
      <dgm:t>
        <a:bodyPr/>
        <a:lstStyle/>
        <a:p>
          <a:r>
            <a:rPr lang="en-US"/>
            <a:t>- La acidez volátil impacta negativamente.</a:t>
          </a:r>
        </a:p>
      </dgm:t>
    </dgm:pt>
    <dgm:pt modelId="{529EF0C9-ADD6-4478-8EA1-E2580D89A31D}" type="parTrans" cxnId="{6FD7E250-B9F1-4A67-876F-50CCC3D4CBA7}">
      <dgm:prSet/>
      <dgm:spPr/>
      <dgm:t>
        <a:bodyPr/>
        <a:lstStyle/>
        <a:p>
          <a:endParaRPr lang="en-US"/>
        </a:p>
      </dgm:t>
    </dgm:pt>
    <dgm:pt modelId="{3359FB2E-66A1-42DA-B414-F5006AC81270}" type="sibTrans" cxnId="{6FD7E250-B9F1-4A67-876F-50CCC3D4CBA7}">
      <dgm:prSet/>
      <dgm:spPr/>
      <dgm:t>
        <a:bodyPr/>
        <a:lstStyle/>
        <a:p>
          <a:endParaRPr lang="en-US"/>
        </a:p>
      </dgm:t>
    </dgm:pt>
    <dgm:pt modelId="{C542A14B-3229-4F0E-B07E-193AE766A412}">
      <dgm:prSet/>
      <dgm:spPr/>
      <dgm:t>
        <a:bodyPr/>
        <a:lstStyle/>
        <a:p>
          <a:r>
            <a:rPr lang="en-US"/>
            <a:t>- Los vinos blancos presentan mayor variabilidad química.</a:t>
          </a:r>
        </a:p>
      </dgm:t>
    </dgm:pt>
    <dgm:pt modelId="{76E4E9C3-6824-4C47-A472-4786D7C96031}" type="parTrans" cxnId="{177FE4A3-3568-4A98-968B-448FD5F32EAF}">
      <dgm:prSet/>
      <dgm:spPr/>
      <dgm:t>
        <a:bodyPr/>
        <a:lstStyle/>
        <a:p>
          <a:endParaRPr lang="en-US"/>
        </a:p>
      </dgm:t>
    </dgm:pt>
    <dgm:pt modelId="{E6B48ABE-B13D-4B33-814A-2D16BFAC1A8D}" type="sibTrans" cxnId="{177FE4A3-3568-4A98-968B-448FD5F32EAF}">
      <dgm:prSet/>
      <dgm:spPr/>
      <dgm:t>
        <a:bodyPr/>
        <a:lstStyle/>
        <a:p>
          <a:endParaRPr lang="en-US"/>
        </a:p>
      </dgm:t>
    </dgm:pt>
    <dgm:pt modelId="{93034E17-EC3D-459D-83BA-273D8767EE08}" type="pres">
      <dgm:prSet presAssocID="{F8E94137-CA8D-444E-9C83-DE6DA91D8C4B}" presName="linear" presStyleCnt="0">
        <dgm:presLayoutVars>
          <dgm:animLvl val="lvl"/>
          <dgm:resizeHandles val="exact"/>
        </dgm:presLayoutVars>
      </dgm:prSet>
      <dgm:spPr/>
    </dgm:pt>
    <dgm:pt modelId="{35518BA8-7CEA-4CB8-86AE-A58B8A3C83BC}" type="pres">
      <dgm:prSet presAssocID="{63858427-3EB0-4598-8374-6361FEDE860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309D3D6-1C7B-433D-A41D-D57E7CCA35AE}" type="pres">
      <dgm:prSet presAssocID="{ADF78D64-33CC-465E-96A9-795F8C3D9BC1}" presName="spacer" presStyleCnt="0"/>
      <dgm:spPr/>
    </dgm:pt>
    <dgm:pt modelId="{F3807A7F-4D30-467E-B1CA-F759A1A64055}" type="pres">
      <dgm:prSet presAssocID="{BF2D0E8F-6228-4B86-A801-32F61BB95F6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706159F-7AAF-42E5-8AD7-7266D79A4EFC}" type="pres">
      <dgm:prSet presAssocID="{3359FB2E-66A1-42DA-B414-F5006AC81270}" presName="spacer" presStyleCnt="0"/>
      <dgm:spPr/>
    </dgm:pt>
    <dgm:pt modelId="{F2DEC9F1-C5A6-44C2-B42B-1F6AABD43A6B}" type="pres">
      <dgm:prSet presAssocID="{C542A14B-3229-4F0E-B07E-193AE766A41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CD3063E-6BCD-42A2-AF4E-D56CFABAAF6B}" type="presOf" srcId="{BF2D0E8F-6228-4B86-A801-32F61BB95F66}" destId="{F3807A7F-4D30-467E-B1CA-F759A1A64055}" srcOrd="0" destOrd="0" presId="urn:microsoft.com/office/officeart/2005/8/layout/vList2"/>
    <dgm:cxn modelId="{E19A274E-8728-40A6-B087-768FD46E2D27}" srcId="{F8E94137-CA8D-444E-9C83-DE6DA91D8C4B}" destId="{63858427-3EB0-4598-8374-6361FEDE8609}" srcOrd="0" destOrd="0" parTransId="{5B21BCCA-7D75-4045-AD04-BEE9A4F82081}" sibTransId="{ADF78D64-33CC-465E-96A9-795F8C3D9BC1}"/>
    <dgm:cxn modelId="{6FD7E250-B9F1-4A67-876F-50CCC3D4CBA7}" srcId="{F8E94137-CA8D-444E-9C83-DE6DA91D8C4B}" destId="{BF2D0E8F-6228-4B86-A801-32F61BB95F66}" srcOrd="1" destOrd="0" parTransId="{529EF0C9-ADD6-4478-8EA1-E2580D89A31D}" sibTransId="{3359FB2E-66A1-42DA-B414-F5006AC81270}"/>
    <dgm:cxn modelId="{742A3679-5BB5-4250-B870-440DD865D770}" type="presOf" srcId="{C542A14B-3229-4F0E-B07E-193AE766A412}" destId="{F2DEC9F1-C5A6-44C2-B42B-1F6AABD43A6B}" srcOrd="0" destOrd="0" presId="urn:microsoft.com/office/officeart/2005/8/layout/vList2"/>
    <dgm:cxn modelId="{177FE4A3-3568-4A98-968B-448FD5F32EAF}" srcId="{F8E94137-CA8D-444E-9C83-DE6DA91D8C4B}" destId="{C542A14B-3229-4F0E-B07E-193AE766A412}" srcOrd="2" destOrd="0" parTransId="{76E4E9C3-6824-4C47-A472-4786D7C96031}" sibTransId="{E6B48ABE-B13D-4B33-814A-2D16BFAC1A8D}"/>
    <dgm:cxn modelId="{3ED66DA6-FA54-4E89-8445-36DB88F3C41C}" type="presOf" srcId="{63858427-3EB0-4598-8374-6361FEDE8609}" destId="{35518BA8-7CEA-4CB8-86AE-A58B8A3C83BC}" srcOrd="0" destOrd="0" presId="urn:microsoft.com/office/officeart/2005/8/layout/vList2"/>
    <dgm:cxn modelId="{D4CD01E0-968F-4D71-A152-CD78D7EDE728}" type="presOf" srcId="{F8E94137-CA8D-444E-9C83-DE6DA91D8C4B}" destId="{93034E17-EC3D-459D-83BA-273D8767EE08}" srcOrd="0" destOrd="0" presId="urn:microsoft.com/office/officeart/2005/8/layout/vList2"/>
    <dgm:cxn modelId="{16946265-181A-4FD5-85EB-BF38C53007B3}" type="presParOf" srcId="{93034E17-EC3D-459D-83BA-273D8767EE08}" destId="{35518BA8-7CEA-4CB8-86AE-A58B8A3C83BC}" srcOrd="0" destOrd="0" presId="urn:microsoft.com/office/officeart/2005/8/layout/vList2"/>
    <dgm:cxn modelId="{0F68770F-94AB-4FBA-8074-E491E4EA7525}" type="presParOf" srcId="{93034E17-EC3D-459D-83BA-273D8767EE08}" destId="{4309D3D6-1C7B-433D-A41D-D57E7CCA35AE}" srcOrd="1" destOrd="0" presId="urn:microsoft.com/office/officeart/2005/8/layout/vList2"/>
    <dgm:cxn modelId="{F5732B07-268C-4C48-97C0-C12DE7365C28}" type="presParOf" srcId="{93034E17-EC3D-459D-83BA-273D8767EE08}" destId="{F3807A7F-4D30-467E-B1CA-F759A1A64055}" srcOrd="2" destOrd="0" presId="urn:microsoft.com/office/officeart/2005/8/layout/vList2"/>
    <dgm:cxn modelId="{9239A78F-C0B2-4090-9063-251E751657E7}" type="presParOf" srcId="{93034E17-EC3D-459D-83BA-273D8767EE08}" destId="{1706159F-7AAF-42E5-8AD7-7266D79A4EFC}" srcOrd="3" destOrd="0" presId="urn:microsoft.com/office/officeart/2005/8/layout/vList2"/>
    <dgm:cxn modelId="{94849EA3-A857-447B-A5EC-DF3525EF538E}" type="presParOf" srcId="{93034E17-EC3D-459D-83BA-273D8767EE08}" destId="{F2DEC9F1-C5A6-44C2-B42B-1F6AABD43A6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7196033-7433-4FB2-BD34-2C28E478823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C5F0E418-94B4-443C-929B-27FBBB1D919C}">
      <dgm:prSet/>
      <dgm:spPr/>
      <dgm:t>
        <a:bodyPr/>
        <a:lstStyle/>
        <a:p>
          <a:pPr>
            <a:defRPr cap="all"/>
          </a:pPr>
          <a:r>
            <a:rPr lang="en-US"/>
            <a:t>El análisis permitió entender los factores clave de la calidad.</a:t>
          </a:r>
        </a:p>
      </dgm:t>
    </dgm:pt>
    <dgm:pt modelId="{106330E0-2B77-4A8F-A168-5FFEC0E4A4A7}" type="parTrans" cxnId="{1CA82789-D113-49E4-8DD3-6CC300F21B7C}">
      <dgm:prSet/>
      <dgm:spPr/>
      <dgm:t>
        <a:bodyPr/>
        <a:lstStyle/>
        <a:p>
          <a:endParaRPr lang="en-US"/>
        </a:p>
      </dgm:t>
    </dgm:pt>
    <dgm:pt modelId="{317E4C7C-4F7B-4242-95F2-AD4380631AC8}" type="sibTrans" cxnId="{1CA82789-D113-49E4-8DD3-6CC300F21B7C}">
      <dgm:prSet/>
      <dgm:spPr/>
      <dgm:t>
        <a:bodyPr/>
        <a:lstStyle/>
        <a:p>
          <a:endParaRPr lang="en-US"/>
        </a:p>
      </dgm:t>
    </dgm:pt>
    <dgm:pt modelId="{82DA7AE6-A205-4503-ACEB-231BC461A757}">
      <dgm:prSet/>
      <dgm:spPr/>
      <dgm:t>
        <a:bodyPr/>
        <a:lstStyle/>
        <a:p>
          <a:pPr>
            <a:defRPr cap="all"/>
          </a:pPr>
          <a:r>
            <a:rPr lang="en-US"/>
            <a:t>El uso de datos mejora la toma de decisiones en procesos productivos.</a:t>
          </a:r>
        </a:p>
      </dgm:t>
    </dgm:pt>
    <dgm:pt modelId="{FC63AD52-5E5B-4672-A3A5-793DA0328993}" type="parTrans" cxnId="{8A7B1E7D-FBDF-474C-8AF3-CBB262F09292}">
      <dgm:prSet/>
      <dgm:spPr/>
      <dgm:t>
        <a:bodyPr/>
        <a:lstStyle/>
        <a:p>
          <a:endParaRPr lang="en-US"/>
        </a:p>
      </dgm:t>
    </dgm:pt>
    <dgm:pt modelId="{76C99287-7012-4A57-8B48-2EEF89D83513}" type="sibTrans" cxnId="{8A7B1E7D-FBDF-474C-8AF3-CBB262F09292}">
      <dgm:prSet/>
      <dgm:spPr/>
      <dgm:t>
        <a:bodyPr/>
        <a:lstStyle/>
        <a:p>
          <a:endParaRPr lang="en-US"/>
        </a:p>
      </dgm:t>
    </dgm:pt>
    <dgm:pt modelId="{4DB9C2A2-B047-4346-8824-29472CA94889}" type="pres">
      <dgm:prSet presAssocID="{D7196033-7433-4FB2-BD34-2C28E4788237}" presName="root" presStyleCnt="0">
        <dgm:presLayoutVars>
          <dgm:dir/>
          <dgm:resizeHandles val="exact"/>
        </dgm:presLayoutVars>
      </dgm:prSet>
      <dgm:spPr/>
    </dgm:pt>
    <dgm:pt modelId="{8D0E8202-6E47-4C46-8221-7BD25CF8ADF7}" type="pres">
      <dgm:prSet presAssocID="{C5F0E418-94B4-443C-929B-27FBBB1D919C}" presName="compNode" presStyleCnt="0"/>
      <dgm:spPr/>
    </dgm:pt>
    <dgm:pt modelId="{620EF3CE-FE36-44EF-98F4-924FC57B35FC}" type="pres">
      <dgm:prSet presAssocID="{C5F0E418-94B4-443C-929B-27FBBB1D919C}" presName="iconBgRect" presStyleLbl="bgShp" presStyleIdx="0" presStyleCnt="2"/>
      <dgm:spPr/>
    </dgm:pt>
    <dgm:pt modelId="{EAF28B27-CE1D-45B4-AD85-6EA594D74762}" type="pres">
      <dgm:prSet presAssocID="{C5F0E418-94B4-443C-929B-27FBBB1D919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ve"/>
        </a:ext>
      </dgm:extLst>
    </dgm:pt>
    <dgm:pt modelId="{83852E18-0622-47EE-9269-088F661D16C9}" type="pres">
      <dgm:prSet presAssocID="{C5F0E418-94B4-443C-929B-27FBBB1D919C}" presName="spaceRect" presStyleCnt="0"/>
      <dgm:spPr/>
    </dgm:pt>
    <dgm:pt modelId="{E68BFB22-4820-4095-AB9D-C7F51103D70E}" type="pres">
      <dgm:prSet presAssocID="{C5F0E418-94B4-443C-929B-27FBBB1D919C}" presName="textRect" presStyleLbl="revTx" presStyleIdx="0" presStyleCnt="2">
        <dgm:presLayoutVars>
          <dgm:chMax val="1"/>
          <dgm:chPref val="1"/>
        </dgm:presLayoutVars>
      </dgm:prSet>
      <dgm:spPr/>
    </dgm:pt>
    <dgm:pt modelId="{310AE086-CB8C-47B2-9720-D8B5F2449253}" type="pres">
      <dgm:prSet presAssocID="{317E4C7C-4F7B-4242-95F2-AD4380631AC8}" presName="sibTrans" presStyleCnt="0"/>
      <dgm:spPr/>
    </dgm:pt>
    <dgm:pt modelId="{DF389C29-2A59-4986-AC44-DD638F1D1E42}" type="pres">
      <dgm:prSet presAssocID="{82DA7AE6-A205-4503-ACEB-231BC461A757}" presName="compNode" presStyleCnt="0"/>
      <dgm:spPr/>
    </dgm:pt>
    <dgm:pt modelId="{46FE0D4B-C575-4FE8-9FE9-46904FB8C156}" type="pres">
      <dgm:prSet presAssocID="{82DA7AE6-A205-4503-ACEB-231BC461A757}" presName="iconBgRect" presStyleLbl="bgShp" presStyleIdx="1" presStyleCnt="2"/>
      <dgm:spPr/>
    </dgm:pt>
    <dgm:pt modelId="{0E80B9A4-F766-4F75-84F4-8530E34A50DB}" type="pres">
      <dgm:prSet presAssocID="{82DA7AE6-A205-4503-ACEB-231BC461A75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5D14025A-A8FD-4C0E-9341-357665A65B0A}" type="pres">
      <dgm:prSet presAssocID="{82DA7AE6-A205-4503-ACEB-231BC461A757}" presName="spaceRect" presStyleCnt="0"/>
      <dgm:spPr/>
    </dgm:pt>
    <dgm:pt modelId="{F04805BD-D78C-4819-B75F-F2BCC474E230}" type="pres">
      <dgm:prSet presAssocID="{82DA7AE6-A205-4503-ACEB-231BC461A757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631C5825-4252-477A-8E24-C1D996B485FC}" type="presOf" srcId="{D7196033-7433-4FB2-BD34-2C28E4788237}" destId="{4DB9C2A2-B047-4346-8824-29472CA94889}" srcOrd="0" destOrd="0" presId="urn:microsoft.com/office/officeart/2018/5/layout/IconCircleLabelList"/>
    <dgm:cxn modelId="{8A7B1E7D-FBDF-474C-8AF3-CBB262F09292}" srcId="{D7196033-7433-4FB2-BD34-2C28E4788237}" destId="{82DA7AE6-A205-4503-ACEB-231BC461A757}" srcOrd="1" destOrd="0" parTransId="{FC63AD52-5E5B-4672-A3A5-793DA0328993}" sibTransId="{76C99287-7012-4A57-8B48-2EEF89D83513}"/>
    <dgm:cxn modelId="{1CA82789-D113-49E4-8DD3-6CC300F21B7C}" srcId="{D7196033-7433-4FB2-BD34-2C28E4788237}" destId="{C5F0E418-94B4-443C-929B-27FBBB1D919C}" srcOrd="0" destOrd="0" parTransId="{106330E0-2B77-4A8F-A168-5FFEC0E4A4A7}" sibTransId="{317E4C7C-4F7B-4242-95F2-AD4380631AC8}"/>
    <dgm:cxn modelId="{6BC809BB-A09D-4FD9-98C3-89376ACAEBA2}" type="presOf" srcId="{82DA7AE6-A205-4503-ACEB-231BC461A757}" destId="{F04805BD-D78C-4819-B75F-F2BCC474E230}" srcOrd="0" destOrd="0" presId="urn:microsoft.com/office/officeart/2018/5/layout/IconCircleLabelList"/>
    <dgm:cxn modelId="{33982DC5-613A-4BB0-AA09-D94AD32D8CB3}" type="presOf" srcId="{C5F0E418-94B4-443C-929B-27FBBB1D919C}" destId="{E68BFB22-4820-4095-AB9D-C7F51103D70E}" srcOrd="0" destOrd="0" presId="urn:microsoft.com/office/officeart/2018/5/layout/IconCircleLabelList"/>
    <dgm:cxn modelId="{0BA2D189-A9C0-4182-A238-4EA18CB837F6}" type="presParOf" srcId="{4DB9C2A2-B047-4346-8824-29472CA94889}" destId="{8D0E8202-6E47-4C46-8221-7BD25CF8ADF7}" srcOrd="0" destOrd="0" presId="urn:microsoft.com/office/officeart/2018/5/layout/IconCircleLabelList"/>
    <dgm:cxn modelId="{E62106FB-BB57-4E8A-9DC5-B0FA8AB1B72B}" type="presParOf" srcId="{8D0E8202-6E47-4C46-8221-7BD25CF8ADF7}" destId="{620EF3CE-FE36-44EF-98F4-924FC57B35FC}" srcOrd="0" destOrd="0" presId="urn:microsoft.com/office/officeart/2018/5/layout/IconCircleLabelList"/>
    <dgm:cxn modelId="{93D4C85F-6DC6-4976-83C8-DDFE2CC64275}" type="presParOf" srcId="{8D0E8202-6E47-4C46-8221-7BD25CF8ADF7}" destId="{EAF28B27-CE1D-45B4-AD85-6EA594D74762}" srcOrd="1" destOrd="0" presId="urn:microsoft.com/office/officeart/2018/5/layout/IconCircleLabelList"/>
    <dgm:cxn modelId="{442DEEE8-8F74-4B6B-873D-471A30A5DABD}" type="presParOf" srcId="{8D0E8202-6E47-4C46-8221-7BD25CF8ADF7}" destId="{83852E18-0622-47EE-9269-088F661D16C9}" srcOrd="2" destOrd="0" presId="urn:microsoft.com/office/officeart/2018/5/layout/IconCircleLabelList"/>
    <dgm:cxn modelId="{35CA6C26-7D1A-452D-ABFE-3AAD4A4A87DF}" type="presParOf" srcId="{8D0E8202-6E47-4C46-8221-7BD25CF8ADF7}" destId="{E68BFB22-4820-4095-AB9D-C7F51103D70E}" srcOrd="3" destOrd="0" presId="urn:microsoft.com/office/officeart/2018/5/layout/IconCircleLabelList"/>
    <dgm:cxn modelId="{FB277C9A-4F3C-4E3D-9853-9D8FB593A3FA}" type="presParOf" srcId="{4DB9C2A2-B047-4346-8824-29472CA94889}" destId="{310AE086-CB8C-47B2-9720-D8B5F2449253}" srcOrd="1" destOrd="0" presId="urn:microsoft.com/office/officeart/2018/5/layout/IconCircleLabelList"/>
    <dgm:cxn modelId="{F1EDB721-BDB1-4E97-A67D-6187446CD698}" type="presParOf" srcId="{4DB9C2A2-B047-4346-8824-29472CA94889}" destId="{DF389C29-2A59-4986-AC44-DD638F1D1E42}" srcOrd="2" destOrd="0" presId="urn:microsoft.com/office/officeart/2018/5/layout/IconCircleLabelList"/>
    <dgm:cxn modelId="{0060741A-B759-4163-AADD-40BB5A474652}" type="presParOf" srcId="{DF389C29-2A59-4986-AC44-DD638F1D1E42}" destId="{46FE0D4B-C575-4FE8-9FE9-46904FB8C156}" srcOrd="0" destOrd="0" presId="urn:microsoft.com/office/officeart/2018/5/layout/IconCircleLabelList"/>
    <dgm:cxn modelId="{325BA46A-8C8A-487B-88B5-2B7CCB5221FF}" type="presParOf" srcId="{DF389C29-2A59-4986-AC44-DD638F1D1E42}" destId="{0E80B9A4-F766-4F75-84F4-8530E34A50DB}" srcOrd="1" destOrd="0" presId="urn:microsoft.com/office/officeart/2018/5/layout/IconCircleLabelList"/>
    <dgm:cxn modelId="{D9BF4D9F-2F2D-484C-BFA9-8A38CE8DC278}" type="presParOf" srcId="{DF389C29-2A59-4986-AC44-DD638F1D1E42}" destId="{5D14025A-A8FD-4C0E-9341-357665A65B0A}" srcOrd="2" destOrd="0" presId="urn:microsoft.com/office/officeart/2018/5/layout/IconCircleLabelList"/>
    <dgm:cxn modelId="{3F02F7FB-B3B4-4DC3-BCCA-1FE91DFEFDCC}" type="presParOf" srcId="{DF389C29-2A59-4986-AC44-DD638F1D1E42}" destId="{F04805BD-D78C-4819-B75F-F2BCC474E23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90EC99-1E1C-4052-AEB4-1BB4010F813F}">
      <dsp:nvSpPr>
        <dsp:cNvPr id="0" name=""/>
        <dsp:cNvSpPr/>
      </dsp:nvSpPr>
      <dsp:spPr>
        <a:xfrm>
          <a:off x="0" y="708097"/>
          <a:ext cx="7886700" cy="13072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3FE13E-6756-4F09-849E-38894D5065D5}">
      <dsp:nvSpPr>
        <dsp:cNvPr id="0" name=""/>
        <dsp:cNvSpPr/>
      </dsp:nvSpPr>
      <dsp:spPr>
        <a:xfrm>
          <a:off x="395445" y="1002230"/>
          <a:ext cx="718991" cy="7189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462268-BBC9-4F26-BACE-ABB5EE48569E}">
      <dsp:nvSpPr>
        <dsp:cNvPr id="0" name=""/>
        <dsp:cNvSpPr/>
      </dsp:nvSpPr>
      <dsp:spPr>
        <a:xfrm>
          <a:off x="1509882" y="708097"/>
          <a:ext cx="63768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Motivación: comprender qué variables químicas influyen en la calidad del vino.</a:t>
          </a:r>
        </a:p>
      </dsp:txBody>
      <dsp:txXfrm>
        <a:off x="1509882" y="708097"/>
        <a:ext cx="6376817" cy="1307257"/>
      </dsp:txXfrm>
    </dsp:sp>
    <dsp:sp modelId="{33BC742D-3A24-4344-B35C-FD6FBDC44974}">
      <dsp:nvSpPr>
        <dsp:cNvPr id="0" name=""/>
        <dsp:cNvSpPr/>
      </dsp:nvSpPr>
      <dsp:spPr>
        <a:xfrm>
          <a:off x="0" y="2342169"/>
          <a:ext cx="7886700" cy="130725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770EFF-6A88-4A4F-B343-4316993F7EB9}">
      <dsp:nvSpPr>
        <dsp:cNvPr id="0" name=""/>
        <dsp:cNvSpPr/>
      </dsp:nvSpPr>
      <dsp:spPr>
        <a:xfrm>
          <a:off x="395445" y="2636302"/>
          <a:ext cx="718991" cy="7189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8172B4-C314-408A-B344-CD9ABBB82250}">
      <dsp:nvSpPr>
        <dsp:cNvPr id="0" name=""/>
        <dsp:cNvSpPr/>
      </dsp:nvSpPr>
      <dsp:spPr>
        <a:xfrm>
          <a:off x="1509882" y="2342169"/>
          <a:ext cx="63768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Audiencia: enólogos, analistas de calidad, equipos de producción y decisores del sector alimenticio.</a:t>
          </a:r>
        </a:p>
      </dsp:txBody>
      <dsp:txXfrm>
        <a:off x="1509882" y="2342169"/>
        <a:ext cx="6376817" cy="13072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271E26-C5EE-4077-AB44-1793E0784BBA}">
      <dsp:nvSpPr>
        <dsp:cNvPr id="0" name=""/>
        <dsp:cNvSpPr/>
      </dsp:nvSpPr>
      <dsp:spPr>
        <a:xfrm>
          <a:off x="425527" y="1062"/>
          <a:ext cx="3350307" cy="201018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Cantidad de registros: 6497 (vino blanco) + 1599 (vino tinto)</a:t>
          </a:r>
        </a:p>
      </dsp:txBody>
      <dsp:txXfrm>
        <a:off x="425527" y="1062"/>
        <a:ext cx="3350307" cy="2010184"/>
      </dsp:txXfrm>
    </dsp:sp>
    <dsp:sp modelId="{E7C81E5D-DD16-429F-9B59-4E0D38CBC03A}">
      <dsp:nvSpPr>
        <dsp:cNvPr id="0" name=""/>
        <dsp:cNvSpPr/>
      </dsp:nvSpPr>
      <dsp:spPr>
        <a:xfrm>
          <a:off x="4110865" y="1062"/>
          <a:ext cx="3350307" cy="20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Cantidad de variables: 12</a:t>
          </a:r>
        </a:p>
      </dsp:txBody>
      <dsp:txXfrm>
        <a:off x="4110865" y="1062"/>
        <a:ext cx="3350307" cy="2010184"/>
      </dsp:txXfrm>
    </dsp:sp>
    <dsp:sp modelId="{E63D34E4-BB49-428A-A5E1-CE1E65F73F3E}">
      <dsp:nvSpPr>
        <dsp:cNvPr id="0" name=""/>
        <dsp:cNvSpPr/>
      </dsp:nvSpPr>
      <dsp:spPr>
        <a:xfrm>
          <a:off x="425527" y="2346277"/>
          <a:ext cx="3350307" cy="201018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Tipo de variables: mayormente numéricas + 1 categórica (tipo de vino)</a:t>
          </a:r>
        </a:p>
      </dsp:txBody>
      <dsp:txXfrm>
        <a:off x="425527" y="2346277"/>
        <a:ext cx="3350307" cy="2010184"/>
      </dsp:txXfrm>
    </dsp:sp>
    <dsp:sp modelId="{467432C2-A5D6-4C43-A6FB-C25F1E2816BC}">
      <dsp:nvSpPr>
        <dsp:cNvPr id="0" name=""/>
        <dsp:cNvSpPr/>
      </dsp:nvSpPr>
      <dsp:spPr>
        <a:xfrm>
          <a:off x="4110865" y="2346277"/>
          <a:ext cx="3350307" cy="201018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Variable objetivo: quality</a:t>
          </a:r>
        </a:p>
      </dsp:txBody>
      <dsp:txXfrm>
        <a:off x="4110865" y="2346277"/>
        <a:ext cx="3350307" cy="201018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49A169-4C65-4A9C-B711-89782B4AC11F}">
      <dsp:nvSpPr>
        <dsp:cNvPr id="0" name=""/>
        <dsp:cNvSpPr/>
      </dsp:nvSpPr>
      <dsp:spPr>
        <a:xfrm>
          <a:off x="0" y="819221"/>
          <a:ext cx="7886700" cy="62361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1. ¿Qué diferencias existen entre vinos tintos y blancos?</a:t>
          </a:r>
        </a:p>
      </dsp:txBody>
      <dsp:txXfrm>
        <a:off x="30442" y="849663"/>
        <a:ext cx="7825816" cy="562726"/>
      </dsp:txXfrm>
    </dsp:sp>
    <dsp:sp modelId="{4FC66149-C6E8-44F1-92BB-DAD8D3A1958F}">
      <dsp:nvSpPr>
        <dsp:cNvPr id="0" name=""/>
        <dsp:cNvSpPr/>
      </dsp:nvSpPr>
      <dsp:spPr>
        <a:xfrm>
          <a:off x="0" y="1517711"/>
          <a:ext cx="7886700" cy="623610"/>
        </a:xfrm>
        <a:prstGeom prst="round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2. ¿Qué variables influyen más en la calidad?</a:t>
          </a:r>
        </a:p>
      </dsp:txBody>
      <dsp:txXfrm>
        <a:off x="30442" y="1548153"/>
        <a:ext cx="7825816" cy="562726"/>
      </dsp:txXfrm>
    </dsp:sp>
    <dsp:sp modelId="{ACFF0D9B-D0B9-4EB2-92C4-A444AC97179A}">
      <dsp:nvSpPr>
        <dsp:cNvPr id="0" name=""/>
        <dsp:cNvSpPr/>
      </dsp:nvSpPr>
      <dsp:spPr>
        <a:xfrm>
          <a:off x="0" y="2216202"/>
          <a:ext cx="7886700" cy="623610"/>
        </a:xfrm>
        <a:prstGeom prst="round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3. ¿Alcohol, acidez y azúcar impactan en la calidad?</a:t>
          </a:r>
        </a:p>
      </dsp:txBody>
      <dsp:txXfrm>
        <a:off x="30442" y="2246644"/>
        <a:ext cx="7825816" cy="562726"/>
      </dsp:txXfrm>
    </dsp:sp>
    <dsp:sp modelId="{C429E1D6-71AC-4483-9E57-8E54951E1B07}">
      <dsp:nvSpPr>
        <dsp:cNvPr id="0" name=""/>
        <dsp:cNvSpPr/>
      </dsp:nvSpPr>
      <dsp:spPr>
        <a:xfrm>
          <a:off x="0" y="2914692"/>
          <a:ext cx="7886700" cy="62361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4. ¿Se puede predecir la calidad con ML?</a:t>
          </a:r>
        </a:p>
      </dsp:txBody>
      <dsp:txXfrm>
        <a:off x="30442" y="2945134"/>
        <a:ext cx="7825816" cy="56272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D1D4DD-0FF7-47C6-87E4-F7F7EF50ABF4}">
      <dsp:nvSpPr>
        <dsp:cNvPr id="0" name=""/>
        <dsp:cNvSpPr/>
      </dsp:nvSpPr>
      <dsp:spPr>
        <a:xfrm>
          <a:off x="726920" y="467711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B88F88-85A0-4A50-A41D-72644374DE48}">
      <dsp:nvSpPr>
        <dsp:cNvPr id="0" name=""/>
        <dsp:cNvSpPr/>
      </dsp:nvSpPr>
      <dsp:spPr>
        <a:xfrm>
          <a:off x="1194921" y="935711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B90A99-CD77-4DED-ADB8-3CAF20ACC732}">
      <dsp:nvSpPr>
        <dsp:cNvPr id="0" name=""/>
        <dsp:cNvSpPr/>
      </dsp:nvSpPr>
      <dsp:spPr>
        <a:xfrm>
          <a:off x="24921" y="334771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Distribución de calidad por tipo de vino.</a:t>
          </a:r>
        </a:p>
      </dsp:txBody>
      <dsp:txXfrm>
        <a:off x="24921" y="3347712"/>
        <a:ext cx="3600000" cy="720000"/>
      </dsp:txXfrm>
    </dsp:sp>
    <dsp:sp modelId="{D5019E4A-9BE3-44ED-AD90-339372415326}">
      <dsp:nvSpPr>
        <dsp:cNvPr id="0" name=""/>
        <dsp:cNvSpPr/>
      </dsp:nvSpPr>
      <dsp:spPr>
        <a:xfrm>
          <a:off x="4956921" y="467711"/>
          <a:ext cx="2196000" cy="2196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ADD297-DF09-4FB9-80B9-405C3941CA1D}">
      <dsp:nvSpPr>
        <dsp:cNvPr id="0" name=""/>
        <dsp:cNvSpPr/>
      </dsp:nvSpPr>
      <dsp:spPr>
        <a:xfrm>
          <a:off x="5424921" y="935711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151040-AE59-4175-841C-1ADE96182C87}">
      <dsp:nvSpPr>
        <dsp:cNvPr id="0" name=""/>
        <dsp:cNvSpPr/>
      </dsp:nvSpPr>
      <dsp:spPr>
        <a:xfrm>
          <a:off x="4254921" y="334771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Conclusión: la mayoría de los vinos se concentran en calidad 5 y 6.</a:t>
          </a:r>
        </a:p>
      </dsp:txBody>
      <dsp:txXfrm>
        <a:off x="4254921" y="3347712"/>
        <a:ext cx="36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69D27F-0847-4A6F-979F-D7E678567D52}">
      <dsp:nvSpPr>
        <dsp:cNvPr id="0" name=""/>
        <dsp:cNvSpPr/>
      </dsp:nvSpPr>
      <dsp:spPr>
        <a:xfrm>
          <a:off x="0" y="0"/>
          <a:ext cx="6703695" cy="19581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900" kern="1200"/>
            <a:t>Relación entre alcohol y calidad.</a:t>
          </a:r>
        </a:p>
      </dsp:txBody>
      <dsp:txXfrm>
        <a:off x="57351" y="57351"/>
        <a:ext cx="4679843" cy="1843400"/>
      </dsp:txXfrm>
    </dsp:sp>
    <dsp:sp modelId="{B0116FB1-C4F9-4F53-B5EE-B1885DBC2D14}">
      <dsp:nvSpPr>
        <dsp:cNvPr id="0" name=""/>
        <dsp:cNvSpPr/>
      </dsp:nvSpPr>
      <dsp:spPr>
        <a:xfrm>
          <a:off x="1183004" y="2393235"/>
          <a:ext cx="6703695" cy="1958102"/>
        </a:xfrm>
        <a:prstGeom prst="roundRect">
          <a:avLst>
            <a:gd name="adj" fmla="val 1000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900" kern="1200"/>
            <a:t>Conclusión: a mayor graduación alcohólica, mayor calidad promedio.</a:t>
          </a:r>
        </a:p>
      </dsp:txBody>
      <dsp:txXfrm>
        <a:off x="1240355" y="2450586"/>
        <a:ext cx="4133221" cy="1843400"/>
      </dsp:txXfrm>
    </dsp:sp>
    <dsp:sp modelId="{15BBB262-B26B-44FA-B3A1-115DB9A739DE}">
      <dsp:nvSpPr>
        <dsp:cNvPr id="0" name=""/>
        <dsp:cNvSpPr/>
      </dsp:nvSpPr>
      <dsp:spPr>
        <a:xfrm>
          <a:off x="5430928" y="1539285"/>
          <a:ext cx="1272766" cy="127276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5717300" y="1539285"/>
        <a:ext cx="700022" cy="95775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93FE6D-7F47-4A6E-8AD4-A0A78D5E8316}">
      <dsp:nvSpPr>
        <dsp:cNvPr id="0" name=""/>
        <dsp:cNvSpPr/>
      </dsp:nvSpPr>
      <dsp:spPr>
        <a:xfrm>
          <a:off x="962" y="1049272"/>
          <a:ext cx="3754654" cy="225279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Acidez volátil vs calidad.</a:t>
          </a:r>
        </a:p>
      </dsp:txBody>
      <dsp:txXfrm>
        <a:off x="962" y="1049272"/>
        <a:ext cx="3754654" cy="2252792"/>
      </dsp:txXfrm>
    </dsp:sp>
    <dsp:sp modelId="{6A69223C-9F2D-41FA-9093-7AB5F0BA62F9}">
      <dsp:nvSpPr>
        <dsp:cNvPr id="0" name=""/>
        <dsp:cNvSpPr/>
      </dsp:nvSpPr>
      <dsp:spPr>
        <a:xfrm>
          <a:off x="4131082" y="1049272"/>
          <a:ext cx="3754654" cy="225279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Conclusión: niveles altos de acidez tienden a reducir la calidad.</a:t>
          </a:r>
        </a:p>
      </dsp:txBody>
      <dsp:txXfrm>
        <a:off x="4131082" y="1049272"/>
        <a:ext cx="3754654" cy="225279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0AEC89-620F-41DB-92C9-CF73FE0539AD}">
      <dsp:nvSpPr>
        <dsp:cNvPr id="0" name=""/>
        <dsp:cNvSpPr/>
      </dsp:nvSpPr>
      <dsp:spPr>
        <a:xfrm>
          <a:off x="730349" y="375668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AAB8C4-AC72-4DFB-B836-5979409FDADF}">
      <dsp:nvSpPr>
        <dsp:cNvPr id="0" name=""/>
        <dsp:cNvSpPr/>
      </dsp:nvSpPr>
      <dsp:spPr>
        <a:xfrm>
          <a:off x="1198349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EF737F-163F-41AA-99CD-87C72924B2AA}">
      <dsp:nvSpPr>
        <dsp:cNvPr id="0" name=""/>
        <dsp:cNvSpPr/>
      </dsp:nvSpPr>
      <dsp:spPr>
        <a:xfrm>
          <a:off x="28349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Se entrenó un modelo Random Forest para predecir si un vino es de buena calidad.</a:t>
          </a:r>
        </a:p>
      </dsp:txBody>
      <dsp:txXfrm>
        <a:off x="28349" y="3255669"/>
        <a:ext cx="3600000" cy="720000"/>
      </dsp:txXfrm>
    </dsp:sp>
    <dsp:sp modelId="{21E9DD18-744F-4A45-89B8-C8B595A06A3E}">
      <dsp:nvSpPr>
        <dsp:cNvPr id="0" name=""/>
        <dsp:cNvSpPr/>
      </dsp:nvSpPr>
      <dsp:spPr>
        <a:xfrm>
          <a:off x="4960350" y="375668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52B351-EE35-4D81-8665-729012540C28}">
      <dsp:nvSpPr>
        <dsp:cNvPr id="0" name=""/>
        <dsp:cNvSpPr/>
      </dsp:nvSpPr>
      <dsp:spPr>
        <a:xfrm>
          <a:off x="5428350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1BC6E9-B2DE-49FF-968D-51CC960C1AB8}">
      <dsp:nvSpPr>
        <dsp:cNvPr id="0" name=""/>
        <dsp:cNvSpPr/>
      </dsp:nvSpPr>
      <dsp:spPr>
        <a:xfrm>
          <a:off x="425835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Resultado: precisión aproximada superior al 60%.</a:t>
          </a:r>
        </a:p>
      </dsp:txBody>
      <dsp:txXfrm>
        <a:off x="4258350" y="3255669"/>
        <a:ext cx="360000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518BA8-7CEA-4CB8-86AE-A58B8A3C83BC}">
      <dsp:nvSpPr>
        <dsp:cNvPr id="0" name=""/>
        <dsp:cNvSpPr/>
      </dsp:nvSpPr>
      <dsp:spPr>
        <a:xfrm>
          <a:off x="0" y="51766"/>
          <a:ext cx="7886700" cy="135065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- El alcohol es la variable más influyente.</a:t>
          </a:r>
        </a:p>
      </dsp:txBody>
      <dsp:txXfrm>
        <a:off x="65934" y="117700"/>
        <a:ext cx="7754832" cy="1218787"/>
      </dsp:txXfrm>
    </dsp:sp>
    <dsp:sp modelId="{F3807A7F-4D30-467E-B1CA-F759A1A64055}">
      <dsp:nvSpPr>
        <dsp:cNvPr id="0" name=""/>
        <dsp:cNvSpPr/>
      </dsp:nvSpPr>
      <dsp:spPr>
        <a:xfrm>
          <a:off x="0" y="1500341"/>
          <a:ext cx="7886700" cy="1350655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- La acidez volátil impacta negativamente.</a:t>
          </a:r>
        </a:p>
      </dsp:txBody>
      <dsp:txXfrm>
        <a:off x="65934" y="1566275"/>
        <a:ext cx="7754832" cy="1218787"/>
      </dsp:txXfrm>
    </dsp:sp>
    <dsp:sp modelId="{F2DEC9F1-C5A6-44C2-B42B-1F6AABD43A6B}">
      <dsp:nvSpPr>
        <dsp:cNvPr id="0" name=""/>
        <dsp:cNvSpPr/>
      </dsp:nvSpPr>
      <dsp:spPr>
        <a:xfrm>
          <a:off x="0" y="2948916"/>
          <a:ext cx="7886700" cy="1350655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- Los vinos blancos presentan mayor variabilidad química.</a:t>
          </a:r>
        </a:p>
      </dsp:txBody>
      <dsp:txXfrm>
        <a:off x="65934" y="3014850"/>
        <a:ext cx="7754832" cy="121878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0EF3CE-FE36-44EF-98F4-924FC57B35FC}">
      <dsp:nvSpPr>
        <dsp:cNvPr id="0" name=""/>
        <dsp:cNvSpPr/>
      </dsp:nvSpPr>
      <dsp:spPr>
        <a:xfrm>
          <a:off x="730349" y="375668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F28B27-CE1D-45B4-AD85-6EA594D74762}">
      <dsp:nvSpPr>
        <dsp:cNvPr id="0" name=""/>
        <dsp:cNvSpPr/>
      </dsp:nvSpPr>
      <dsp:spPr>
        <a:xfrm>
          <a:off x="1198349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8BFB22-4820-4095-AB9D-C7F51103D70E}">
      <dsp:nvSpPr>
        <dsp:cNvPr id="0" name=""/>
        <dsp:cNvSpPr/>
      </dsp:nvSpPr>
      <dsp:spPr>
        <a:xfrm>
          <a:off x="28349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El análisis permitió entender los factores clave de la calidad.</a:t>
          </a:r>
        </a:p>
      </dsp:txBody>
      <dsp:txXfrm>
        <a:off x="28349" y="3255669"/>
        <a:ext cx="3600000" cy="720000"/>
      </dsp:txXfrm>
    </dsp:sp>
    <dsp:sp modelId="{46FE0D4B-C575-4FE8-9FE9-46904FB8C156}">
      <dsp:nvSpPr>
        <dsp:cNvPr id="0" name=""/>
        <dsp:cNvSpPr/>
      </dsp:nvSpPr>
      <dsp:spPr>
        <a:xfrm>
          <a:off x="4960350" y="375668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80B9A4-F766-4F75-84F4-8530E34A50DB}">
      <dsp:nvSpPr>
        <dsp:cNvPr id="0" name=""/>
        <dsp:cNvSpPr/>
      </dsp:nvSpPr>
      <dsp:spPr>
        <a:xfrm>
          <a:off x="5428350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4805BD-D78C-4819-B75F-F2BCC474E230}">
      <dsp:nvSpPr>
        <dsp:cNvPr id="0" name=""/>
        <dsp:cNvSpPr/>
      </dsp:nvSpPr>
      <dsp:spPr>
        <a:xfrm>
          <a:off x="425835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El uso de datos mejora la toma de decisiones en procesos productivos.</a:t>
          </a:r>
        </a:p>
      </dsp:txBody>
      <dsp:txXfrm>
        <a:off x="4258350" y="3255669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314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363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849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644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102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308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973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294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423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799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18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3101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18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045020" cy="1325563"/>
          </a:xfrm>
        </p:spPr>
        <p:txBody>
          <a:bodyPr>
            <a:normAutofit/>
          </a:bodyPr>
          <a:lstStyle/>
          <a:p>
            <a:r>
              <a:rPr lang="es-AR"/>
              <a:t>Proyecto: Calidad del Vino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4045020" cy="4351338"/>
          </a:xfrm>
        </p:spPr>
        <p:txBody>
          <a:bodyPr>
            <a:normAutofit/>
          </a:bodyPr>
          <a:lstStyle/>
          <a:p>
            <a:r>
              <a:rPr lang="es-AR" dirty="0"/>
              <a:t>Análisis exploratorio de vinos tintos y blancos</a:t>
            </a:r>
          </a:p>
          <a:p>
            <a:pPr marL="0" indent="0">
              <a:buNone/>
            </a:pPr>
            <a:r>
              <a:rPr lang="es-AR" dirty="0"/>
              <a:t>Claudia Benitez</a:t>
            </a:r>
          </a:p>
        </p:txBody>
      </p:sp>
      <p:pic>
        <p:nvPicPr>
          <p:cNvPr id="13" name="Picture 4" descr="Botellas de vino, copas y uvas dispuestas">
            <a:extLst>
              <a:ext uri="{FF2B5EF4-FFF2-40B4-BE49-F238E27FC236}">
                <a16:creationId xmlns:a16="http://schemas.microsoft.com/office/drawing/2014/main" id="{DD194C4F-9668-17B7-B32B-4F90929926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936" b="-2"/>
          <a:stretch>
            <a:fillRect/>
          </a:stretch>
        </p:blipFill>
        <p:spPr>
          <a:xfrm>
            <a:off x="4781190" y="758514"/>
            <a:ext cx="384167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25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4696411" y="687822"/>
            <a:ext cx="4103360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86420" y="921125"/>
            <a:ext cx="593266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t>Abstracto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553A1D4-7698-D583-16C4-51A47D5A0A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4649930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t>Resumen de Metadata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219C41A-700D-B7E7-0264-58CC639746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8381603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t>Preguntas / Hipótesis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4AFB2EA-CE15-BE94-7125-BCD1192816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8623295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334644"/>
            <a:ext cx="7882128" cy="1076914"/>
          </a:xfrm>
        </p:spPr>
        <p:txBody>
          <a:bodyPr anchor="ctr">
            <a:normAutofit/>
          </a:bodyPr>
          <a:lstStyle/>
          <a:p>
            <a:r>
              <a:rPr lang="es-AR" sz="3600" dirty="0"/>
              <a:t>Calidad por Tipo de Vino</a:t>
            </a:r>
            <a:endParaRPr lang="es-AR" sz="3500" dirty="0"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079" y="0"/>
            <a:ext cx="7879842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1512994"/>
            <a:ext cx="787984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D12A1898-27C9-2C9C-748B-D65FA41D38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8866407"/>
              </p:ext>
            </p:extLst>
          </p:nvPr>
        </p:nvGraphicFramePr>
        <p:xfrm>
          <a:off x="628650" y="1737360"/>
          <a:ext cx="7879842" cy="4535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pPr algn="ctr"/>
            <a:r>
              <a:rPr lang="es-AR" dirty="0">
                <a:solidFill>
                  <a:srgbClr val="FFFFFF"/>
                </a:solidFill>
              </a:rPr>
              <a:t>Alcohol vs Calidad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994DF7F-F84F-5F91-A18A-8264374CE7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2050300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 fontScale="90000"/>
          </a:bodyPr>
          <a:lstStyle/>
          <a:p>
            <a:r>
              <a:rPr lang="es-AR" sz="4800" dirty="0"/>
              <a:t>Impacto de la Acidez Volátil en la Calidad</a:t>
            </a:r>
            <a:endParaRPr lang="es-AR" sz="4500" dirty="0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946CF47A-E3C1-1C2F-8D91-EB11A58370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3130900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DA1F35B-C8F7-4A5A-9339-7DA4D785B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B2D4AD41-40DA-4A81-92F5-B6E3BA1ED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6131316" y="457951"/>
            <a:ext cx="2240924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s-AR"/>
              <a:t>Modelo de Machine Learning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E3C2A2-003D-A31E-1A0E-52CAE047B6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6501552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DA1F35B-C8F7-4A5A-9339-7DA4D785B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B2D4AD41-40DA-4A81-92F5-B6E3BA1ED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6131316" y="457951"/>
            <a:ext cx="2240924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t>Insights Principales</a:t>
            </a:r>
            <a:endParaRPr lang="es-AR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4F35F83-087A-5EFE-6FF3-224A9B1F88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4413720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pPr algn="ctr"/>
            <a:r>
              <a:rPr lang="es-AR">
                <a:solidFill>
                  <a:srgbClr val="FFFFFF"/>
                </a:solidFill>
              </a:rPr>
              <a:t>Conclusiones</a:t>
            </a:r>
          </a:p>
        </p:txBody>
      </p:sp>
      <p:sp>
        <p:nvSpPr>
          <p:cNvPr id="14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A9D1B754-8813-CBC6-A79E-6B25DADB2C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5697725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Office 2013 - Tema de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26</TotalTime>
  <Words>289</Words>
  <Application>Microsoft Office PowerPoint</Application>
  <PresentationFormat>Presentación en pantalla (4:3)</PresentationFormat>
  <Paragraphs>35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2013 - Tema de 2022</vt:lpstr>
      <vt:lpstr>Proyecto: Calidad del Vino</vt:lpstr>
      <vt:lpstr>Abstracto</vt:lpstr>
      <vt:lpstr>Resumen de Metadata</vt:lpstr>
      <vt:lpstr>Preguntas / Hipótesis</vt:lpstr>
      <vt:lpstr>Calidad por Tipo de Vino</vt:lpstr>
      <vt:lpstr>Alcohol vs Calidad</vt:lpstr>
      <vt:lpstr>Impacto de la Acidez Volátil en la Calidad</vt:lpstr>
      <vt:lpstr>Modelo de Machine Learning</vt:lpstr>
      <vt:lpstr>Insights Principales</vt:lpstr>
      <vt:lpstr>Conclusiones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Claudia Liliana Benitez</dc:creator>
  <cp:keywords/>
  <dc:description>generated using python-pptx</dc:description>
  <cp:lastModifiedBy>Claudia Liliana Benitez</cp:lastModifiedBy>
  <cp:revision>4</cp:revision>
  <dcterms:created xsi:type="dcterms:W3CDTF">2013-01-27T09:14:16Z</dcterms:created>
  <dcterms:modified xsi:type="dcterms:W3CDTF">2025-11-28T14:49:03Z</dcterms:modified>
  <cp:category/>
</cp:coreProperties>
</file>